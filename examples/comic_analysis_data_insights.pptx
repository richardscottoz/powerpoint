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Statistical analysis of visual elements</a:t>
            </a:r>
          </a:p>
          <a:p>
            <a:pPr/>
            <a:r>
              <a:t>Pattern recognition in layouts</a:t>
            </a:r>
          </a:p>
          <a:p>
            <a:pPr/>
            <a:r>
              <a:t>Character appearance frequency</a:t>
            </a:r>
          </a:p>
          <a:p>
            <a:pPr/>
            <a:r>
              <a:t>Narrative flow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Common panel layouts and their usage</a:t>
            </a:r>
          </a:p>
          <a:p>
            <a:pPr/>
            <a:r>
              <a:t>Character design patterns</a:t>
            </a:r>
          </a:p>
          <a:p>
            <a:pPr/>
            <a:r>
              <a:t>Text-to-image ratios</a:t>
            </a:r>
          </a:p>
          <a:p>
            <a:pPr/>
            <a:r>
              <a:t>Page composition trends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Heatmaps of visual attention</a:t>
            </a:r>
          </a:p>
          <a:p>
            <a:pPr/>
            <a:r>
              <a:t>Panel sequence diagrams</a:t>
            </a:r>
          </a:p>
          <a:p>
            <a:pPr/>
            <a:r>
              <a:t>Character interaction networks</a:t>
            </a:r>
          </a:p>
          <a:p>
            <a:pPr/>
            <a:r>
              <a:t>Style transfer visualizations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Content categorization and search</a:t>
            </a:r>
          </a:p>
          <a:p>
            <a:pPr/>
            <a:r>
              <a:t>Style analysis and comparison</a:t>
            </a:r>
          </a:p>
          <a:p>
            <a:pPr/>
            <a:r>
              <a:t>Automated quality assessment</a:t>
            </a:r>
          </a:p>
          <a:p>
            <a:pPr/>
            <a:r>
              <a:t>Reader engagement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Handling diverse art styles → Adaptive models</a:t>
            </a:r>
          </a:p>
          <a:p>
            <a:pPr/>
            <a:r>
              <a:t>Low-quality scans → Enhanced preprocessing</a:t>
            </a:r>
          </a:p>
          <a:p>
            <a:pPr/>
            <a:r>
              <a:t>Complex layouts → Multi-stage detection</a:t>
            </a:r>
          </a:p>
          <a:p>
            <a:pPr/>
            <a:r>
              <a:t>Annotation costs → Semi-supervised learning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