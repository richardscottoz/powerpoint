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Analysis: Data Insights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Extracting Knowledge from Comic Book Data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 Analyzed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Visual: Images, panels, layouts</a:t>
            </a:r>
            <a:endParaRPr lang="en-US"/>
          </a:p>
          <a:p>
            <a:r>
              <a:rPr lang="en-US" dirty="0"/>
              <a:t>Textual: Dialogue, captions, effects</a:t>
            </a:r>
            <a:endParaRPr lang="en-US"/>
          </a:p>
          <a:p>
            <a:r>
              <a:rPr lang="en-US" dirty="0"/>
              <a:t>Metadata: Publication info, creators, genres</a:t>
            </a:r>
            <a:endParaRPr lang="en-US"/>
          </a:p>
          <a:p>
            <a:r>
              <a:rPr lang="en-US" dirty="0"/>
              <a:t>Structural: Page layouts, panel sequences</a:t>
            </a:r>
            <a:endParaRPr lang="en-US"/>
          </a:p>
          <a:p>
            <a:r>
              <a:rPr lang="en-US" dirty="0"/>
              <a:t>Relational: Character interactions, story arcs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Quantitative Analysis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count and size statistics</a:t>
            </a:r>
            <a:endParaRPr lang="en-US"/>
          </a:p>
          <a:p>
            <a:r>
              <a:rPr lang="en-US" dirty="0"/>
              <a:t>Color palette analysis</a:t>
            </a:r>
            <a:endParaRPr lang="en-US"/>
          </a:p>
          <a:p>
            <a:r>
              <a:rPr lang="en-US" dirty="0"/>
              <a:t>Text density measurements</a:t>
            </a:r>
            <a:endParaRPr lang="en-US"/>
          </a:p>
          <a:p>
            <a:r>
              <a:rPr lang="en-US" dirty="0"/>
              <a:t>Character appearance frequency</a:t>
            </a:r>
            <a:endParaRPr lang="en-US"/>
          </a:p>
          <a:p>
            <a:r>
              <a:rPr lang="en-US" dirty="0"/>
              <a:t>Page layout patterns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layout correlates with genre</a:t>
            </a:r>
            <a:endParaRPr lang="en-US"/>
          </a:p>
          <a:p>
            <a:r>
              <a:rPr lang="en-US" dirty="0"/>
              <a:t>Color usage reflects emotional tone</a:t>
            </a:r>
            <a:endParaRPr lang="en-US"/>
          </a:p>
          <a:p>
            <a:r>
              <a:rPr lang="en-US" dirty="0"/>
              <a:t>Text density varies by comic type</a:t>
            </a:r>
            <a:endParaRPr lang="en-US"/>
          </a:p>
          <a:p>
            <a:r>
              <a:rPr lang="en-US" dirty="0"/>
              <a:t>Character patterns reveal protagonists</a:t>
            </a:r>
            <a:endParaRPr lang="en-US"/>
          </a:p>
          <a:p>
            <a:r>
              <a:rPr lang="en-US" dirty="0"/>
              <a:t>Page structures follow conventions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Comic book recommendation systems</a:t>
            </a:r>
            <a:endParaRPr lang="en-US"/>
          </a:p>
          <a:p>
            <a:r>
              <a:rPr lang="en-US" dirty="0"/>
              <a:t>Automatic content summarization</a:t>
            </a:r>
            <a:endParaRPr lang="en-US"/>
          </a:p>
          <a:p>
            <a:r>
              <a:rPr lang="en-US" dirty="0"/>
              <a:t>Accessibility improvements</a:t>
            </a:r>
            <a:endParaRPr lang="en-US"/>
          </a:p>
          <a:p>
            <a:r>
              <a:rPr lang="en-US" dirty="0"/>
              <a:t>Digital preservation and archiving</a:t>
            </a:r>
            <a:endParaRPr lang="en-US"/>
          </a:p>
          <a:p>
            <a:r>
              <a:rPr lang="en-US" dirty="0"/>
              <a:t>Educational and research tools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2025-12-15T05:17:47Z</dcterms:created>
  <dcterms:modified xsi:type="dcterms:W3CDTF">2025-12-15T05:17:47Z</dcterms:modified>
</cp:coreProperties>
</file>