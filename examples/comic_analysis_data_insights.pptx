
<file path=[Content_Types].xml><?xml version="1.0" encoding="utf-8"?>
<ct:Types xmlns:ct="http://schemas.openxmlformats.org/package/2006/content-types">
  <ct:Default Extension="rels" ContentType="application/vnd.openxmlformats-package.relationships+xml"/>
  <ct:Default Extension="xml" ContentType="application/xml"/>
  <ct:Override PartName="/ppt/presentation.xml" ContentType="application/vnd.openxmlformats-officedocument.presentationml.presentation.main+xml"/>
  <ct:Override PartName="/ppt/slideMasters/slideMaster1.xml" ContentType="application/vnd.openxmlformats-officedocument.presentationml.slideMaster+xml"/>
  <ct:Override PartName="/ppt/slideLayouts/slideLayout1.xml" ContentType="application/vnd.openxmlformats-officedocument.presentationml.slideLayout+xml"/>
  <ct:Override PartName="/ppt/theme/theme1.xml" ContentType="application/vnd.openxmlformats-officedocument.theme+xml"/>
  <ct:Override PartName="/ppt/viewProps.xml" ContentType="application/vnd.openxmlformats-officedocument.presentationml.viewProps+xml"/>
  <ct:Override PartName="/ppt/presProps.xml" ContentType="application/vnd.openxmlformats-officedocument.presentationml.presProps+xml"/>
  <ct:Override PartName="/ppt/tableStyles.xml" ContentType="application/vnd.openxmlformats-officedocument.presentationml.tableStyles+xml"/>
  <ct:Override PartName="/docProps/core.xml" ContentType="application/vnd.openxmlformats-package.core-properties+xml"/>
  <ct:Override PartName="/docProps/app.xml" ContentType="application/vnd.openxmlformats-officedocument.extended-properties+xml"/>
  <ct:Override PartName="/ppt/slides/slide1.xml" ContentType="application/vnd.openxmlformats-officedocument.presentationml.slide+xml"/>
  <ct:Override PartName="/ppt/slides/slide2.xml" ContentType="application/vnd.openxmlformats-officedocument.presentationml.slide+xml"/>
  <ct:Override PartName="/ppt/slides/slide3.xml" ContentType="application/vnd.openxmlformats-officedocument.presentationml.slide+xml"/>
  <ct:Override PartName="/ppt/slides/slide4.xml" ContentType="application/vnd.openxmlformats-officedocument.presentationml.slide+xml"/>
  <ct:Override PartName="/ppt/slides/slide5.xml" ContentType="application/vnd.openxmlformats-officedocument.presentationml.slide+xml"/>
</ct:Types>
</file>

<file path=_rels/.rels><?xml version='1.0' encoding='utf-8'?>
<rel:Relationships xmlns:rel="http://schemas.openxmlformats.org/package/2006/relationships"><rel:Relationship Id="rId1" Type="http://schemas.openxmlformats.org/officeDocument/2006/relationships/officeDocument" Target="ppt/presentation.xml" /><rel:Relationship Id="rId2" Type="http://schemas.openxmlformats.org/package/2006/relationships/metadata/core-properties" Target="docProps/core.xml" /><rel:Relationship Id="rId3" Type="http://schemas.openxmlformats.org/officeDocument/2006/relationships/extended-properties" Target="docProps/app.xml" /></rel: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</p:sldIdLst>
  <p:sldSz cx="9144000" cy="6858000" type="screen4x3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?>
<rel:Relationships xmlns:rel="http://schemas.openxmlformats.org/package/2006/relationships"><rel:Relationship Id="rId1" Type="http://schemas.openxmlformats.org/officeDocument/2006/relationships/slideMaster" Target="slideMasters/slideMaster1.xml" /><rel:Relationship Id="rId2" Type="http://schemas.openxmlformats.org/officeDocument/2006/relationships/slide" Target="slides/slide1.xml" /><rel:Relationship Id="rId3" Type="http://schemas.openxmlformats.org/officeDocument/2006/relationships/slide" Target="slides/slide2.xml" /><rel:Relationship Id="rId4" Type="http://schemas.openxmlformats.org/officeDocument/2006/relationships/slide" Target="slides/slide3.xml" /><rel:Relationship Id="rId5" Type="http://schemas.openxmlformats.org/officeDocument/2006/relationships/slide" Target="slides/slide4.xml" /><rel:Relationship Id="rId6" Type="http://schemas.openxmlformats.org/officeDocument/2006/relationships/slide" Target="slides/slide5.xml" /><rel:Relationship Id="rId7" Type="http://schemas.openxmlformats.org/officeDocument/2006/relationships/viewProps" Target="viewProps.xml" /><rel:Relationship Id="rId8" Type="http://schemas.openxmlformats.org/officeDocument/2006/relationships/presProps" Target="presProps.xml" /><rel:Relationship Id="rId9" Type="http://schemas.openxmlformats.org/officeDocument/2006/relationships/tableStyles" Target="tableStyles.xml" /></rel:Relationships>
</file>

<file path=ppt/slideLayouts/_rels/slideLayout1.xml.rels><?xml version='1.0' encoding='utf-8'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slideLayout1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Ovr>
    <a:masterClrMapping/>
  </p:clrMapOvr>
</p:sldLayout>
</file>

<file path=ppt/slideMasters/_rels/slideMaster1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rel:Relationship Id="rId2" Type="http://schemas.openxmlformats.org/officeDocument/2006/relationships/theme" Target="../theme/theme1.xml" /></rel: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</p:sldLayoutIdLst>
</p:sldMaster>
</file>

<file path=ppt/slides/_rels/slide1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3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4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5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4400" b="1">
                <a:solidFill>
                  <a:srgbClr val="000000"/>
                </a:solidFill>
              </a:rPr>
              <a:t>Comic Analysis: Data Insights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2400" b="0">
                <a:solidFill>
                  <a:srgbClr val="666666"/>
                </a:solidFill>
              </a:rPr>
              <a:t>Extracting Knowledge from Comic Book Data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Types of Data Analyzed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Visual: Images, panels, layouts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Textual: Dialogue, captions, effects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Metadata: Publication info, creators, genres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Structural: Page layouts, panel sequences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Relational: Character interactions, story arcs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Quantitative Analysis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Panel count and size statistics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Color palette analysis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Text density measurements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Character appearance frequency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Page layout patterns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Key Insights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Panel layout correlates with genre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Color usage reflects emotional tone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Text density varies by comic type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Character patterns reveal protagonists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Page structures follow conventions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Applications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Comic book recommendation systems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Automatic content summarization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Accessibility improvements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Digital preservation and archiving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Educational and research tools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>
      <a:fillStyleLst>
        <a:solidFill>
          <a:schemeClr val="phClr"/>
        </a:solidFill>
      </a:fillStyleLst>
      <a:lnStyleLst>
        <a:ln w="6350" cap="flat" cmpd="sng" algn="ctr"/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Python PPTX Generator</Application>
  <PresentationFormat>On-screen Show (4:3)</PresentationFormat>
  <Paragraphs>0</Paragraphs>
  <Slides>5</Slides>
  <Notes>0</Notes>
  <HiddenSlides>0</HiddenSlides>
  <MMClips>0</MMClips>
  <ScaleCrop>false</ScaleCrop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Python PPTX Generator</dc:creator>
  <cp:lastModifiedBy>Python PPTX Generator</cp:lastModifiedBy>
  <cp:revision>1</cp:revision>
  <dcterms:created xsi:type="dcterms:W3CDTF">2025-12-14T11:13:22Z</dcterms:created>
  <dcterms:modified xsi:type="dcterms:W3CDTF">2025-12-14T11:13:22Z</dcterms:modified>
</cp:coreProperties>
</file>