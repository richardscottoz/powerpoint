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</ct:Types>
</file>

<file path=_rels/.rels><?xml version='1.0' encoding='utf-8'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1" id="2147483648"/>
  </p:sldMasterIdLst>
  <p:sldIdLst>
    <p:sldId id="257" r:id="rId2"/>
    <p:sldId id="258" r:id="rId3"/>
    <p:sldId id="259" r:id="rId4"/>
    <p:sldId id="260" r:id="rId5"/>
    <p:sldId id="261" r:id="rId6"/>
  </p:sldIdLst>
  <p:sldSz cx="9144000" cy="6858000"/>
  <p:notesSz cx="9144000" cy="6858000"/>
</p:presentation>
</file>

<file path=ppt/presProps.xml><?xml version="1.0" encoding="utf-8"?>
<p:presentationPr xmlns:p="http://schemas.openxmlformats.org/presentationml/2006/main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viewProps" Target="viewProps.xml" /><rel:Relationship Id="rId8" Type="http://schemas.openxmlformats.org/officeDocument/2006/relationships/presProps" Target="presProps.xml" /></rel:Relationships>
</file>

<file path=ppt/slideLayouts/_rels/slideLayout1.xml.rels><?xml version='1.0' encoding='utf-8'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'1.0' encoding='utf-8'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Comic Analysis: Data Insights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Extracting Knowledge from Comic Book Data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Types of Data Analyzed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Visual: Images, panels, layouts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Textual: Dialogue, captions, effects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Metadata: Publication info, creators, genres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Structural: Page layouts, panel sequences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Relational: Character interactions, story arcs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Quantitative Analysis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Panel count and size statistics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Color palette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density measurements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appearance frequency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Page layout patterns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Key Insights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Panel layout correlates with genre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Color usage reflects emotional tone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density varies by comic type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patterns reveal protagonists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Page structures follow conventions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Applications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Comic book recommendation systems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Automatic content summarization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Accessibility improvements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Digital preservation and archiving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Educational and research tools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5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2025-12-14T09:13:41Z</dcterms:created>
  <dcterms:modified xsi:type="dcterms:W3CDTF">2025-12-14T09:13:41Z</dcterms:modified>
</cp:coreProperties>
</file>