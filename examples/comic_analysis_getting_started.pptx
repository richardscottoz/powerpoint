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Default Extension="jpeg" ContentType="image/jpeg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theme/theme1.xml" ContentType="application/vnd.openxmlformats-officedocument.theme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Layouts/slideLayout1.xml" ContentType="application/vnd.openxmlformats-officedocument.presentationml.slideLayout+xml"/>
  <ct:Override PartName="/ppt/slideLayouts/slideLayout2.xml" ContentType="application/vnd.openxmlformats-officedocument.presentationml.slideLayout+xml"/>
  <ct:Override PartName="/ppt/slideLayouts/slideLayout3.xml" ContentType="application/vnd.openxmlformats-officedocument.presentationml.slideLayout+xml"/>
  <ct:Override PartName="/ppt/slideLayouts/slideLayout4.xml" ContentType="application/vnd.openxmlformats-officedocument.presentationml.slideLayout+xml"/>
  <ct:Override PartName="/ppt/slideLayouts/slideLayout5.xml" ContentType="application/vnd.openxmlformats-officedocument.presentationml.slideLayout+xml"/>
  <ct:Override PartName="/ppt/slideLayouts/slideLayout6.xml" ContentType="application/vnd.openxmlformats-officedocument.presentationml.slideLayout+xml"/>
  <ct:Override PartName="/ppt/slideLayouts/slideLayout7.xml" ContentType="application/vnd.openxmlformats-officedocument.presentationml.slideLayout+xml"/>
  <ct:Override PartName="/ppt/slideLayouts/slideLayout8.xml" ContentType="application/vnd.openxmlformats-officedocument.presentationml.slideLayout+xml"/>
  <ct:Override PartName="/ppt/slideLayouts/slideLayout9.xml" ContentType="application/vnd.openxmlformats-officedocument.presentationml.slideLayout+xml"/>
  <ct:Override PartName="/ppt/slideLayouts/slideLayout10.xml" ContentType="application/vnd.openxmlformats-officedocument.presentationml.slideLayout+xml"/>
  <ct:Override PartName="/ppt/slideLayouts/slideLayout11.xml" ContentType="application/vnd.openxmlformats-officedocument.presentationml.slideLayout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  <ct:Override PartName="/ppt/slides/slide7.xml" ContentType="application/vnd.openxmlformats-officedocument.presentationml.slide+xml"/>
  <ct:Override PartName="/ppt/slides/slide8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  <p:sldId r:id="rId8" id="262"/>
    <p:sldId r:id="rId9" id="263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4" Type="http://schemas.openxmlformats.org/officeDocument/2006/relationships/presProps" Target="presProps.xml" /><rel:Relationship Id="rId5" Type="http://schemas.openxmlformats.org/officeDocument/2006/relationships/viewProps" Target="viewProps.xml" /><rel:Relationship Id="rId6" Type="http://schemas.openxmlformats.org/officeDocument/2006/relationships/tableStyles" Target="tableStyles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slide" Target="slides/slide7.xml" /><rel:Relationship Id="rId9" Type="http://schemas.openxmlformats.org/officeDocument/2006/relationships/slide" Target="slides/slide8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2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3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4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5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6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7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8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9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0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:Relationships xmlns:rel="http://schemas.openxmlformats.org/package/2006/relationships"><rel:Relationship Id="rId12" Type="http://schemas.openxmlformats.org/officeDocument/2006/relationships/theme" Target="../theme/theme1.xml" /><rel:Relationship Id="rId1" Type="http://schemas.openxmlformats.org/officeDocument/2006/relationships/slideLayout" Target="../slideLayouts/slideLayout1.xml" /><rel:Relationship Id="rId2" Type="http://schemas.openxmlformats.org/officeDocument/2006/relationships/slideLayout" Target="../slideLayouts/slideLayout2.xml" /><rel:Relationship Id="rId3" Type="http://schemas.openxmlformats.org/officeDocument/2006/relationships/slideLayout" Target="../slideLayouts/slideLayout3.xml" /><rel:Relationship Id="rId4" Type="http://schemas.openxmlformats.org/officeDocument/2006/relationships/slideLayout" Target="../slideLayouts/slideLayout4.xml" /><rel:Relationship Id="rId5" Type="http://schemas.openxmlformats.org/officeDocument/2006/relationships/slideLayout" Target="../slideLayouts/slideLayout5.xml" /><rel:Relationship Id="rId6" Type="http://schemas.openxmlformats.org/officeDocument/2006/relationships/slideLayout" Target="../slideLayouts/slideLayout6.xml" /><rel:Relationship Id="rId7" Type="http://schemas.openxmlformats.org/officeDocument/2006/relationships/slideLayout" Target="../slideLayouts/slideLayout7.xml" /><rel:Relationship Id="rId8" Type="http://schemas.openxmlformats.org/officeDocument/2006/relationships/slideLayout" Target="../slideLayouts/slideLayout8.xml" /><rel:Relationship Id="rId9" Type="http://schemas.openxmlformats.org/officeDocument/2006/relationships/slideLayout" Target="../slideLayouts/slideLayout9.xml" /><rel:Relationship Id="rId10" Type="http://schemas.openxmlformats.org/officeDocument/2006/relationships/slideLayout" Target="../slideLayouts/slideLayout10.xml" /><rel:Relationship Id="rId11" Type="http://schemas.openxmlformats.org/officeDocument/2006/relationships/slideLayout" Target="../slideLayouts/slideLayout1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7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4.xml" /></rel:Relationships>
</file>

<file path=ppt/slides/_rels/slide8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Comic Analysis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Getting Started Guide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3.8+</a:t>
            </a:r>
            <a:endParaRPr lang="en-US"/>
          </a:p>
          <a:p>
            <a:r>
              <a:rPr lang="en-US" dirty="0"/>
              <a:t>pip or conda</a:t>
            </a:r>
            <a:endParaRPr lang="en-US"/>
          </a:p>
          <a:p>
            <a:r>
              <a:rPr lang="en-US" dirty="0"/>
              <a:t>GPU (recommended)</a:t>
            </a:r>
            <a:endParaRPr lang="en-US"/>
          </a:p>
          <a:p>
            <a:r>
              <a:rPr lang="en-US" dirty="0"/>
              <a:t>Basic ML knowledge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Clone repository</a:t>
            </a:r>
            <a:endParaRPr lang="en-US"/>
          </a:p>
          <a:p>
            <a:r>
              <a:rPr lang="en-US" dirty="0"/>
              <a:t>Install dependencies</a:t>
            </a:r>
            <a:endParaRPr lang="en-US"/>
          </a:p>
          <a:p>
            <a:r>
              <a:rPr lang="en-US" dirty="0"/>
              <a:t>Download pre-trained models</a:t>
            </a:r>
            <a:endParaRPr lang="en-US"/>
          </a:p>
          <a:p>
            <a:r>
              <a:rPr lang="en-US" dirty="0"/>
              <a:t>Setup configuration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Start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 comic images</a:t>
            </a:r>
            <a:endParaRPr lang="en-US"/>
          </a:p>
          <a:p>
            <a:r>
              <a:rPr lang="en-US" dirty="0"/>
              <a:t>Run preprocessing</a:t>
            </a:r>
            <a:endParaRPr lang="en-US"/>
          </a:p>
          <a:p>
            <a:r>
              <a:rPr lang="en-US" dirty="0"/>
              <a:t>Execute analysis</a:t>
            </a:r>
            <a:endParaRPr lang="en-US"/>
          </a:p>
          <a:p>
            <a:r>
              <a:rPr lang="en-US" dirty="0"/>
              <a:t>View results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Workflow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Load comic images</a:t>
            </a:r>
            <a:endParaRPr lang="en-US"/>
          </a:p>
          <a:p>
            <a:r>
              <a:rPr lang="en-US" dirty="0"/>
              <a:t>2. Detect panels</a:t>
            </a:r>
            <a:endParaRPr lang="en-US"/>
          </a:p>
          <a:p>
            <a:r>
              <a:rPr lang="en-US" dirty="0"/>
              <a:t>3. Extract characters</a:t>
            </a:r>
            <a:endParaRPr lang="en-US"/>
          </a:p>
          <a:p>
            <a:r>
              <a:rPr lang="en-US" dirty="0"/>
              <a:t>4. Analyze text</a:t>
            </a:r>
            <a:endParaRPr lang="en-US"/>
          </a:p>
          <a:p>
            <a:r>
              <a:rPr lang="en-US" dirty="0"/>
              <a:t>5. Generate report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Notebooks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01_preprocessing.ipynb</a:t>
            </a:r>
            <a:endParaRPr lang="en-US"/>
          </a:p>
          <a:p>
            <a:r>
              <a:rPr lang="en-US" dirty="0"/>
              <a:t>02_detection.ipynb</a:t>
            </a:r>
            <a:endParaRPr lang="en-US"/>
          </a:p>
          <a:p>
            <a:r>
              <a:rPr lang="en-US" dirty="0"/>
              <a:t>03_analysis.ipynb</a:t>
            </a:r>
            <a:endParaRPr lang="en-US"/>
          </a:p>
          <a:p>
            <a:r>
              <a:rPr lang="en-US" dirty="0"/>
              <a:t>04_visualization.ipynb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Documentation</a:t>
            </a:r>
            <a:endParaRPr lang="en-US"/>
          </a:p>
          <a:p>
            <a:r>
              <a:rPr lang="en-US" dirty="0"/>
              <a:t>API Reference</a:t>
            </a:r>
            <a:endParaRPr lang="en-US"/>
          </a:p>
          <a:p>
            <a:r>
              <a:rPr lang="en-US" dirty="0"/>
              <a:t>Tutorials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GitHub repo</a:t>
            </a:r>
            <a:endParaRPr lang="en-US"/>
          </a:p>
          <a:p>
            <a:r>
              <a:rPr lang="en-US" dirty="0"/>
              <a:t>Community forum</a:t>
            </a:r>
            <a:endParaRPr lang="en-US"/>
          </a:p>
          <a:p>
            <a:r>
              <a:rPr lang="en-US" dirty="0"/>
              <a:t>Research papers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 example notebooks</a:t>
            </a:r>
            <a:endParaRPr lang="en-US"/>
          </a:p>
          <a:p>
            <a:r>
              <a:rPr lang="en-US" dirty="0"/>
              <a:t>Customize for your data</a:t>
            </a:r>
            <a:endParaRPr lang="en-US"/>
          </a:p>
          <a:p>
            <a:r>
              <a:rPr lang="en-US" dirty="0"/>
              <a:t>Join the community</a:t>
            </a:r>
            <a:endParaRPr lang="en-US"/>
          </a:p>
          <a:p>
            <a:r>
              <a:rPr lang="en-US" dirty="0"/>
              <a:t>Contribute improvements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8</ep:Slides>
  <ep:TitlesOfParts>
    <vt:vector size="8" baseType="lpstr"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2025-12-15T04:54:33Z</dcterms:created>
  <dcterms:modified xsi:type="dcterms:W3CDTF">2025-12-15T04:54:33Z</dcterms:modified>
</cp:coreProperties>
</file>