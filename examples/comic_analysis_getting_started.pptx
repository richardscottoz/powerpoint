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/>
  <p:notesSz cx="9144000" cy="6858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viewProps" Target="viewProps.xml" /><rel:Relationship Id="rId9" Type="http://schemas.openxmlformats.org/officeDocument/2006/relationships/presProps" Target="presProp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Getting Started with Comic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Guide for New Users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Welcome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Accessible to researchers and enthusiasts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Well-documented with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Active community support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Continuous development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Prerequisites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 3.7 or higher installed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Python programming knowledge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 familiarity (helpful)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ML concepts (optional)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Git for cloning repository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Installation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1. Clone repository from GitHub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2. Create virtual environment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3. Install required dependencies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4. Download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5. Verify with test scripts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Quick Start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 example notebooks in Jupyter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Run basic analysis tutorial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 sample comic image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Explore visualization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Check documentation for details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Next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Explore example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Analyze your own comic images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Experiment with parameters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Contribute to the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Share findings with community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6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2025-12-14T09:13:41Z</dcterms:created>
  <dcterms:modified xsi:type="dcterms:W3CDTF">2025-12-14T09:13:41Z</dcterms:modified>
</cp:coreProperties>
</file>