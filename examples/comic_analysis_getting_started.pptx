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Comic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Getting Started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Python 3.8 or higher</a:t>
            </a:r>
          </a:p>
          <a:p>
            <a:pPr/>
            <a:r>
              <a:t>pip package manager</a:t>
            </a:r>
          </a:p>
          <a:p>
            <a:pPr/>
            <a:r>
              <a:t>Git for cloning repository</a:t>
            </a:r>
          </a:p>
          <a:p>
            <a:pPr/>
            <a:r>
              <a:t>Basic understanding of Python and ML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Installation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Clone the repository from GitHub</a:t>
            </a:r>
          </a:p>
          <a:p>
            <a:pPr/>
            <a:r>
              <a:t>Install dependencies: pip install -r requirements.txt</a:t>
            </a:r>
          </a:p>
          <a:p>
            <a:pPr/>
            <a:r>
              <a:t>Download pre-trained models (if using)</a:t>
            </a:r>
          </a:p>
          <a:p>
            <a:pPr/>
            <a:r>
              <a:t>Verify installation with test scripts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Run example notebooks in /notebooks directory</a:t>
            </a:r>
          </a:p>
          <a:p>
            <a:pPr/>
            <a:r>
              <a:t>Process sample images to see results</a:t>
            </a:r>
          </a:p>
          <a:p>
            <a:pPr/>
            <a:r>
              <a:t>Explore visualization tools</a:t>
            </a:r>
          </a:p>
          <a:p>
            <a:pPr/>
            <a:r>
              <a:t>Try different pipeline configurations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config.yaml for pipeline settings</a:t>
            </a:r>
          </a:p>
          <a:p>
            <a:pPr/>
            <a:r>
              <a:t>Model selection and parameters</a:t>
            </a:r>
          </a:p>
          <a:p>
            <a:pPr/>
            <a:r>
              <a:t>Input/output directory paths</a:t>
            </a:r>
          </a:p>
          <a:p>
            <a:pPr/>
            <a:r>
              <a:t>Performance tuning options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Running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python analyze.py --input &lt;images&gt;</a:t>
            </a:r>
          </a:p>
          <a:p>
            <a:pPr/>
            <a:r>
              <a:t>Options for batch or single-file processing</a:t>
            </a:r>
          </a:p>
          <a:p>
            <a:pPr/>
            <a:r>
              <a:t>Output formats: JSON, CSV, visualizations</a:t>
            </a:r>
          </a:p>
          <a:p>
            <a:pPr/>
            <a:r>
              <a:t>Log files for debugging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Documentation: /docs directory</a:t>
            </a:r>
          </a:p>
          <a:p>
            <a:pPr/>
            <a:r>
              <a:t>Example datasets: /examples</a:t>
            </a:r>
          </a:p>
          <a:p>
            <a:pPr/>
            <a:r>
              <a:t>Community forum and GitHub issues</a:t>
            </a:r>
          </a:p>
          <a:p>
            <a:pPr/>
            <a:r>
              <a:t>Tutorial videos and blog posts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