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rel:Relationship Id="rId8" Type="http://schemas.openxmlformats.org/officeDocument/2006/relationships/viewProps" Target="viewProps.xml" /><rel:Relationship Id="rId9" Type="http://schemas.openxmlformats.org/officeDocument/2006/relationships/presProps" Target="presProps.xml" /><rel:Relationship Id="rId10" Type="http://schemas.openxmlformats.org/officeDocument/2006/relationships/tableStyles" Target="tableStyles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6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Getting Started with Comic Analysis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Guide for New Users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Welcome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Open-source comic book analysis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Accessible to researchers and enthusiasts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Well-documented with examples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Active community support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Continuous development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Prerequisites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Python 3.7 or higher installed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Basic Python programming knowledge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Jupyter notebooks familiarity (helpful)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Basic ML concepts (optional)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Git for cloning repository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Installation Steps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1. Clone repository from GitHub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2. Create virtual environment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3. Install required dependencies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4. Download pre-trained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5. Verify with test scripts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Quick Start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Open example notebooks in Jupyter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Run basic analysis tutorial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Process sample comic image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Explore visualization examples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Check documentation for details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Next Steps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Explore example notebooks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Analyze your own comic images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Experiment with parameters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Contribute to the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Share findings with community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6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2025-12-14T11:13:22Z</dcterms:created>
  <dcterms:modified xsi:type="dcterms:W3CDTF">2025-12-14T11:13:22Z</dcterms:modified>
</cp:coreProperties>
</file>