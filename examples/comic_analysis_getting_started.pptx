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smtClean="0"/>
              <a:t>Click to edit Master subtitle style</a:t>
            </a:r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Getting Started with Comic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Guide for New Users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Open-source comic book analysis project</a:t>
            </a:r>
          </a:p>
          <a:p>
            <a:r>
              <a:t>Accessible to researchers and enthusiasts</a:t>
            </a:r>
          </a:p>
          <a:p>
            <a:r>
              <a:t>Well-documented with examples</a:t>
            </a:r>
          </a:p>
          <a:p>
            <a:r>
              <a:t>Active community support</a:t>
            </a:r>
          </a:p>
          <a:p>
            <a:r>
              <a:t>Continuous development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Python 3.7 or higher installed</a:t>
            </a:r>
          </a:p>
          <a:p>
            <a:r>
              <a:t>Basic Python programming knowledge</a:t>
            </a:r>
          </a:p>
          <a:p>
            <a:r>
              <a:t>Jupyter notebooks familiarity (helpful)</a:t>
            </a:r>
          </a:p>
          <a:p>
            <a:r>
              <a:t>Basic ML concepts (optional)</a:t>
            </a:r>
          </a:p>
          <a:p>
            <a:r>
              <a:t>Git for cloning repository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Installation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 Clone repository from GitHub</a:t>
            </a:r>
          </a:p>
          <a:p>
            <a:r>
              <a:t>2. Create virtual environment</a:t>
            </a:r>
          </a:p>
          <a:p>
            <a:r>
              <a:t>3. Install required dependencies</a:t>
            </a:r>
          </a:p>
          <a:p>
            <a:r>
              <a:t>4. Download pre-trained models</a:t>
            </a:r>
          </a:p>
          <a:p>
            <a:r>
              <a:t>5. Verify with test scripts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example notebooks in Jupyter</a:t>
            </a:r>
          </a:p>
          <a:p>
            <a:r>
              <a:t>Run basic analysis tutorial</a:t>
            </a:r>
          </a:p>
          <a:p>
            <a:r>
              <a:t>Process sample comic image</a:t>
            </a:r>
          </a:p>
          <a:p>
            <a:r>
              <a:t>Explore visualization examples</a:t>
            </a:r>
          </a:p>
          <a:p>
            <a:r>
              <a:t>Check documentation for details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Explore example notebooks</a:t>
            </a:r>
          </a:p>
          <a:p>
            <a:r>
              <a:t>Analyze your own comic images</a:t>
            </a:r>
          </a:p>
          <a:p>
            <a:r>
              <a:t>Experiment with parameters</a:t>
            </a:r>
          </a:p>
          <a:p>
            <a:r>
              <a:t>Contribute to the project</a:t>
            </a:r>
          </a:p>
          <a:p>
            <a:r>
              <a:t>Share findings with community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6</ep:Slides>
  <ep:TitlesOfParts>
    <vt:vector size="6" baseType="lpstr">
      <vt:lpstr>Slide 1</vt:lpstr>
      <vt:lpstr>Slide 2</vt:lpstr>
      <vt:lpstr>Slide 3</vt:lpstr>
      <vt:lpstr>Slide 4</vt:lpstr>
      <vt:lpstr>Slide 5</vt:lpstr>
      <vt:lpstr>Slide 6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2025-12-15T07:50:05Z</dcterms:created>
  <dcterms:modified xsi:type="dcterms:W3CDTF">2025-12-15T07:50:05Z</dcterms:modified>
</cp:coreProperties>
</file>