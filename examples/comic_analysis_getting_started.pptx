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  <ct:Override PartName="/ppt/slides/slide6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/rel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1" id="2147483648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9144000" cy="6858000"/>
  <p:notesSz cx="9144000" cy="6858000"/>
</p:presentation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6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Getting Started with Comic Analysis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Guide for New Users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Welcome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Open-source comic book analysis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Accessible to researchers and enthusiasts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Well-documented with examples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Active community support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Continuous development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Prerequisites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Python 3.7 or higher installed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Basic Python programming knowledge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Jupyter notebooks familiarity (helpful)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Basic ML concepts (optional)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Git for cloning repository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Installation Steps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1. Clone repository from GitHub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2. Create virtual environment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3. Install required dependencies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4. Download pre-trained models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5. Verify with test scripts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Quick Start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Open example notebooks in Jupyter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Run basic analysis tutorial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Process sample comic image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Explore visualization examples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Check documentation for details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Next Steps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Explore example notebooks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Analyze your own comic images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Experiment with parameters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Contribute to the project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Share findings with community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