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r:id="rId1" id="2147483648"/>
  </p:sldMasterIdLst>
  <p:sldIdLst>
    <p:sldId r:id="rId2" id="256"/>
    <p:sldId r:id="rId3" id="257"/>
    <p:sldId r:id="rId4" id="258"/>
    <p:sldId r:id="rId5" id="259"/>
    <p:sldId r:id="rId6" id="260"/>
    <p:sldId r:id="rId7" id="26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p:tblStyleLst xmlns:p="http://schemas.openxmlformats.org/presentationml/2006/main" def_="{{5C22544A-7EE6-4342-B048-85BDC9FD1C3A}}"/>
</file>

<file path=ppt/viewProps.xml><?xml version="1.0" encoding="utf-8"?>
<p:viewPr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 id="2147483649"/>
    <p:sldLayoutId r:id="rId2" id="2147483650"/>
    <p:sldLayoutId r:id="rId3" id="2147483651"/>
    <p:sldLayoutId r:id="rId4" id="2147483652"/>
    <p:sldLayoutId r:id="rId5" id="2147483653"/>
    <p:sldLayoutId r:id="rId6" id="2147483654"/>
    <p:sldLayoutId r:id="rId7" id="2147483655"/>
    <p:sldLayoutId r:id="rId8" id="2147483656"/>
    <p:sldLayoutId r:id="rId9" id="2147483657"/>
    <p:sldLayoutId r:id="rId10" id="2147483658"/>
    <p:sldLayoutId r:id="rId11" id="2147483659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Getting Started with Comic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 for New Users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Open-source comic book analysis project</a:t>
            </a:r>
          </a:p>
          <a:p>
            <a:r>
              <a:t>Accessible to researchers and enthusiasts</a:t>
            </a:r>
          </a:p>
          <a:p>
            <a:r>
              <a:t>Well-documented with examples</a:t>
            </a:r>
          </a:p>
          <a:p>
            <a:r>
              <a:t>Active community support</a:t>
            </a:r>
          </a:p>
          <a:p>
            <a:r>
              <a:t>Continuous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3.7 or higher installed</a:t>
            </a:r>
          </a:p>
          <a:p>
            <a:r>
              <a:t>Basic Python programming knowledge</a:t>
            </a:r>
          </a:p>
          <a:p>
            <a:r>
              <a:t>Jupyter notebooks familiarity (helpful)</a:t>
            </a:r>
          </a:p>
          <a:p>
            <a:r>
              <a:t>Basic ML concepts (optional)</a:t>
            </a:r>
          </a:p>
          <a:p>
            <a:r>
              <a:t>Git for cloning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Clone repository from GitHub</a:t>
            </a:r>
          </a:p>
          <a:p>
            <a:r>
              <a:t>2. Create virtual environment</a:t>
            </a:r>
          </a:p>
          <a:p>
            <a:r>
              <a:t>3. Install required dependencies</a:t>
            </a:r>
          </a:p>
          <a:p>
            <a:r>
              <a:t>4. Download pre-trained models</a:t>
            </a:r>
          </a:p>
          <a:p>
            <a:r>
              <a:t>5. Verify with test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example notebooks in Jupyter</a:t>
            </a:r>
          </a:p>
          <a:p>
            <a:r>
              <a:t>Run basic analysis tutorial</a:t>
            </a:r>
          </a:p>
          <a:p>
            <a:r>
              <a:t>Process sample comic image</a:t>
            </a:r>
          </a:p>
          <a:p>
            <a:r>
              <a:t>Explore visualization examples</a:t>
            </a:r>
          </a:p>
          <a:p>
            <a:r>
              <a:t>Check documentation for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Explore example notebooks</a:t>
            </a:r>
          </a:p>
          <a:p>
            <a:r>
              <a:t>Analyze your own comic images</a:t>
            </a:r>
          </a:p>
          <a:p>
            <a:r>
              <a:t>Experiment with parameters</a:t>
            </a:r>
          </a:p>
          <a:p>
            <a:r>
              <a:t>Contribute to the project</a:t>
            </a:r>
          </a:p>
          <a:p>
            <a:r>
              <a:t>Share findings with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</a:fillStyleLst>
      <a:lineStyleLst>
        <a:ln w="9525" cap="flat" cmpd="sng" algn="ctr">
          <a:solidFill>
            <a:schemeClr val="phClr"/>
          </a:solidFill>
        </a:ln>
      </a:line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ep:Properties xmlns:ep="http://schemas.openxmlformats.org/officeDocument/2006/extended-properties" xmlns:vt="http://schemas.openxmlformats.org/officeDocument/2006/docPropsVTypes">
  <ep:Application>Python Generator</ep:Application>
  <ep:PresentationFormat>On-screen Show (4:3)</ep:PresentationFormat>
  <ep:Slides>6</ep:Slides>
  <ep:TitlesOfParts>
    <vt:vector size="6" baseType="lpstr">
      <vt:lpstr>Slide 1</vt:lpstr>
      <vt:lpstr>Slide 2</vt:lpstr>
      <vt:lpstr>Slide 3</vt:lpstr>
      <vt:lpstr>Slide 4</vt:lpstr>
      <vt:lpstr>Slide 5</vt:lpstr>
      <vt:lpstr>Slide 6</vt:lpstr>
    </vt:vector>
  </ep:TitlesOfParts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 xsi:schemaLocation="http://schemas.openxmlformats.org/package/2006/metadata/core-properties">
  <dc:title>Presentation</dc:title>
  <dc:creator>Python Generator</dc:creator>
  <cp:lastModifiedBy>Python Generator</cp:lastModifiedBy>
  <cp:revision>1</cp:revision>
  <dcterms:created xsi:type="dcterms:W3CDTF">2025-12-15T06:28:46Z</dcterms:created>
  <dcterms:modified xsi:type="dcterms:W3CDTF">2025-12-15T06:28:46Z</dcterms:modified>
</cp:coreProperties>
</file>