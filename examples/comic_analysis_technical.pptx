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theme/theme1.xml" ContentType="application/vnd.openxmlformats-officedocument.theme+xml"/>
  <ct:Override PartName="/ppt/viewProps.xml" ContentType="application/vnd.openxmlformats-officedocument.presentationml.viewProps+xml"/>
  <ct:Override PartName="/ppt/presProps.xml" ContentType="application/vnd.openxmlformats-officedocument.presentationml.presProps+xml"/>
  <ct:Override PartName="/ppt/tableStyles.xml" ContentType="application/vnd.openxmlformats-officedocument.presentationml.tableStyles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  <ct:Override PartName="/ppt/slides/slide6.xml" ContentType="application/vnd.openxmlformats-officedocument.presentationml.slide+xml"/>
</ct:Types>
</file>

<file path=_rels/.rels><?xml version='1.0' encoding='utf-8'?>
<rel:Relationships xmlns:rel="http://schemas.openxmlformats.org/package/2006/relationships"><rel:Relationship Id="rId1" Type="http://schemas.openxmlformats.org/officeDocument/2006/relationships/officeDocument" Target="ppt/presentation.xml" /><rel:Relationship Id="rId2" Type="http://schemas.openxmlformats.org/package/2006/relationships/metadata/core-properties" Target="docProps/core.xml" /><rel:Relationship Id="rId3" Type="http://schemas.openxmlformats.org/officeDocument/2006/relationships/extended-properties" Target="docProps/app.xml" /></rel: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9144000" cy="6858000" type="screen4x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rel:Relationship Id="rId7" Type="http://schemas.openxmlformats.org/officeDocument/2006/relationships/slide" Target="slides/slide6.xml" /><rel:Relationship Id="rId8" Type="http://schemas.openxmlformats.org/officeDocument/2006/relationships/viewProps" Target="viewProps.xml" /><rel:Relationship Id="rId9" Type="http://schemas.openxmlformats.org/officeDocument/2006/relationships/presProps" Target="presProps.xml" /><rel:Relationship Id="rId10" Type="http://schemas.openxmlformats.org/officeDocument/2006/relationships/tableStyles" Target="tableStyles.xml" /></rel:Relationships>
</file>

<file path=ppt/slideLayouts/_rels/slideLayout1.xml.rels><?xml version='1.0' encoding='utf-8'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</p:sldLayoutIdLst>
</p:sldMaster>
</file>

<file path=ppt/slides/_rels/slide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4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5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6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0000"/>
                </a:solidFill>
              </a:rPr>
              <a:t>Comic Analysis: Technical Deep Dive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2400" b="0">
                <a:solidFill>
                  <a:srgbClr val="666666"/>
                </a:solidFill>
              </a:rPr>
              <a:t>Architecture, Implementation, and Methodology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System Architecture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Modular design with separable components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Pipeline-based data processing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Notebook-driven analysis workflow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Extensible plugin architecture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Integration with external APIs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Data Processing Pipeline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Input: Image ingestion and validation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Processing: Feature extraction and OCR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Analysis: Object detection and classification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Output: Data structuring and export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Storage: Results and metadata management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Computer Vision Components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Panel Detection: Identifying panels in pages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 Recognition: OCR for speech bubbles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Character Detection: Identifying characters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Face Recognition: Tracking across panels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Scene Classification: Categorizing content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Machine Learning Models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CNNs for image analysis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Object detection (YOLO, R-CNN)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 recognition with Tesseract OCR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Transfer learning from pre-trained models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Custom models on comic datasets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Performance Considerations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Batch processing for large collections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GPU acceleration for ML inference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Caching of intermediate results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Parallel processing where applicable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Memory-efficient data handling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Python PPTX Generator</Application>
  <PresentationFormat>On-screen Show (4:3)</PresentationFormat>
  <Paragraphs>0</Paragraphs>
  <Slides>6</Slides>
  <Notes>0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Python PPTX Generator</dc:creator>
  <cp:lastModifiedBy>Python PPTX Generator</cp:lastModifiedBy>
  <cp:revision>1</cp:revision>
  <dcterms:created xsi:type="dcterms:W3CDTF">2025-12-14T11:13:22Z</dcterms:created>
  <dcterms:modified xsi:type="dcterms:W3CDTF">2025-12-14T11:13:22Z</dcterms:modified>
</cp:coreProperties>
</file>