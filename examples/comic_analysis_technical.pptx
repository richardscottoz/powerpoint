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Comic Analysis: Technical Deep Dive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Architecture, Implementation, and Methodology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Modular design with separable components</a:t>
            </a:r>
            <a:endParaRPr lang="en-US"/>
          </a:p>
          <a:p>
            <a:r>
              <a:rPr lang="en-US" dirty="0"/>
              <a:t>Pipeline-based data processing</a:t>
            </a:r>
            <a:endParaRPr lang="en-US"/>
          </a:p>
          <a:p>
            <a:r>
              <a:rPr lang="en-US" dirty="0"/>
              <a:t>Notebook-driven analysis workflow</a:t>
            </a:r>
            <a:endParaRPr lang="en-US"/>
          </a:p>
          <a:p>
            <a:r>
              <a:rPr lang="en-US" dirty="0"/>
              <a:t>Extensible plugin architecture</a:t>
            </a:r>
            <a:endParaRPr lang="en-US"/>
          </a:p>
          <a:p>
            <a:r>
              <a:rPr lang="en-US" dirty="0"/>
              <a:t>Integration with external APIs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Input: Image ingestion and validation</a:t>
            </a:r>
            <a:endParaRPr lang="en-US"/>
          </a:p>
          <a:p>
            <a:r>
              <a:rPr lang="en-US" dirty="0"/>
              <a:t>Processing: Feature extraction and OCR</a:t>
            </a:r>
            <a:endParaRPr lang="en-US"/>
          </a:p>
          <a:p>
            <a:r>
              <a:rPr lang="en-US" dirty="0"/>
              <a:t>Analysis: Object detection and classification</a:t>
            </a:r>
            <a:endParaRPr lang="en-US"/>
          </a:p>
          <a:p>
            <a:r>
              <a:rPr lang="en-US" dirty="0"/>
              <a:t>Output: Data structuring and export</a:t>
            </a:r>
            <a:endParaRPr lang="en-US"/>
          </a:p>
          <a:p>
            <a:r>
              <a:rPr lang="en-US" dirty="0"/>
              <a:t>Storage: Results and metadata management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Vision Components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Detection: Identifying panels in pages</a:t>
            </a:r>
            <a:endParaRPr lang="en-US"/>
          </a:p>
          <a:p>
            <a:r>
              <a:rPr lang="en-US" dirty="0"/>
              <a:t>Text Recognition: OCR for speech bubbles</a:t>
            </a:r>
            <a:endParaRPr lang="en-US"/>
          </a:p>
          <a:p>
            <a:r>
              <a:rPr lang="en-US" dirty="0"/>
              <a:t>Character Detection: Identifying characters</a:t>
            </a:r>
            <a:endParaRPr lang="en-US"/>
          </a:p>
          <a:p>
            <a:r>
              <a:rPr lang="en-US" dirty="0"/>
              <a:t>Face Recognition: Tracking across panels</a:t>
            </a:r>
            <a:endParaRPr lang="en-US"/>
          </a:p>
          <a:p>
            <a:r>
              <a:rPr lang="en-US" dirty="0"/>
              <a:t>Scene Classification: Categorizing content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Models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CNNs for image analysis</a:t>
            </a:r>
            <a:endParaRPr lang="en-US"/>
          </a:p>
          <a:p>
            <a:r>
              <a:rPr lang="en-US" dirty="0"/>
              <a:t>Object detection (YOLO, R-CNN)</a:t>
            </a:r>
            <a:endParaRPr lang="en-US"/>
          </a:p>
          <a:p>
            <a:r>
              <a:rPr lang="en-US" dirty="0"/>
              <a:t>Text recognition with Tesseract OCR</a:t>
            </a:r>
            <a:endParaRPr lang="en-US"/>
          </a:p>
          <a:p>
            <a:r>
              <a:rPr lang="en-US" dirty="0"/>
              <a:t>Transfer learning from pre-trained models</a:t>
            </a:r>
            <a:endParaRPr lang="en-US"/>
          </a:p>
          <a:p>
            <a:r>
              <a:rPr lang="en-US" dirty="0"/>
              <a:t>Custom models on comic datasets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Batch processing for large collections</a:t>
            </a:r>
            <a:endParaRPr lang="en-US"/>
          </a:p>
          <a:p>
            <a:r>
              <a:rPr lang="en-US" dirty="0"/>
              <a:t>GPU acceleration for ML inference</a:t>
            </a:r>
            <a:endParaRPr lang="en-US"/>
          </a:p>
          <a:p>
            <a:r>
              <a:rPr lang="en-US" dirty="0"/>
              <a:t>Caching of intermediate results</a:t>
            </a:r>
            <a:endParaRPr lang="en-US"/>
          </a:p>
          <a:p>
            <a:r>
              <a:rPr lang="en-US" dirty="0"/>
              <a:t>Parallel processing where applicable</a:t>
            </a:r>
            <a:endParaRPr lang="en-US"/>
          </a:p>
          <a:p>
            <a:r>
              <a:rPr lang="en-US" dirty="0"/>
              <a:t>Memory-efficient data handling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2025-12-15T05:17:47Z</dcterms:created>
  <dcterms:modified xsi:type="dcterms:W3CDTF">2025-12-15T05:17:47Z</dcterms:modified>
</cp:coreProperties>
</file>