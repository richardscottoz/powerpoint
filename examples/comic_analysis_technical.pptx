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Default Extension="jpeg" ContentType="image/jpeg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theme/theme1.xml" ContentType="application/vnd.openxmlformats-officedocument.theme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Layouts/slideLayout1.xml" ContentType="application/vnd.openxmlformats-officedocument.presentationml.slideLayout+xml"/>
  <ct:Override PartName="/ppt/slideLayouts/slideLayout2.xml" ContentType="application/vnd.openxmlformats-officedocument.presentationml.slideLayout+xml"/>
  <ct:Override PartName="/ppt/slideLayouts/slideLayout3.xml" ContentType="application/vnd.openxmlformats-officedocument.presentationml.slideLayout+xml"/>
  <ct:Override PartName="/ppt/slideLayouts/slideLayout4.xml" ContentType="application/vnd.openxmlformats-officedocument.presentationml.slideLayout+xml"/>
  <ct:Override PartName="/ppt/slideLayouts/slideLayout5.xml" ContentType="application/vnd.openxmlformats-officedocument.presentationml.slideLayout+xml"/>
  <ct:Override PartName="/ppt/slideLayouts/slideLayout6.xml" ContentType="application/vnd.openxmlformats-officedocument.presentationml.slideLayout+xml"/>
  <ct:Override PartName="/ppt/slideLayouts/slideLayout7.xml" ContentType="application/vnd.openxmlformats-officedocument.presentationml.slideLayout+xml"/>
  <ct:Override PartName="/ppt/slideLayouts/slideLayout8.xml" ContentType="application/vnd.openxmlformats-officedocument.presentationml.slideLayout+xml"/>
  <ct:Override PartName="/ppt/slideLayouts/slideLayout9.xml" ContentType="application/vnd.openxmlformats-officedocument.presentationml.slideLayout+xml"/>
  <ct:Override PartName="/ppt/slideLayouts/slideLayout10.xml" ContentType="application/vnd.openxmlformats-officedocument.presentationml.slideLayout+xml"/>
  <ct:Override PartName="/ppt/slideLayouts/slideLayout11.xml" ContentType="application/vnd.openxmlformats-officedocument.presentationml.slideLayout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  <ct:Override PartName="/ppt/slides/slide7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  <p:sldId r:id="rId8" id="26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4" Type="http://schemas.openxmlformats.org/officeDocument/2006/relationships/presProps" Target="presProps.xml" /><rel:Relationship Id="rId5" Type="http://schemas.openxmlformats.org/officeDocument/2006/relationships/viewProps" Target="viewProps.xml" /><rel:Relationship Id="rId6" Type="http://schemas.openxmlformats.org/officeDocument/2006/relationships/tableStyles" Target="tableStyles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slide" Target="slides/slide7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2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3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4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5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6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7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8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9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0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:Relationships xmlns:rel="http://schemas.openxmlformats.org/package/2006/relationships"><rel:Relationship Id="rId12" Type="http://schemas.openxmlformats.org/officeDocument/2006/relationships/theme" Target="../theme/theme1.xml" /><rel:Relationship Id="rId1" Type="http://schemas.openxmlformats.org/officeDocument/2006/relationships/slideLayout" Target="../slideLayouts/slideLayout1.xml" /><rel:Relationship Id="rId2" Type="http://schemas.openxmlformats.org/officeDocument/2006/relationships/slideLayout" Target="../slideLayouts/slideLayout2.xml" /><rel:Relationship Id="rId3" Type="http://schemas.openxmlformats.org/officeDocument/2006/relationships/slideLayout" Target="../slideLayouts/slideLayout3.xml" /><rel:Relationship Id="rId4" Type="http://schemas.openxmlformats.org/officeDocument/2006/relationships/slideLayout" Target="../slideLayouts/slideLayout4.xml" /><rel:Relationship Id="rId5" Type="http://schemas.openxmlformats.org/officeDocument/2006/relationships/slideLayout" Target="../slideLayouts/slideLayout5.xml" /><rel:Relationship Id="rId6" Type="http://schemas.openxmlformats.org/officeDocument/2006/relationships/slideLayout" Target="../slideLayouts/slideLayout6.xml" /><rel:Relationship Id="rId7" Type="http://schemas.openxmlformats.org/officeDocument/2006/relationships/slideLayout" Target="../slideLayouts/slideLayout7.xml" /><rel:Relationship Id="rId8" Type="http://schemas.openxmlformats.org/officeDocument/2006/relationships/slideLayout" Target="../slideLayouts/slideLayout8.xml" /><rel:Relationship Id="rId9" Type="http://schemas.openxmlformats.org/officeDocument/2006/relationships/slideLayout" Target="../slideLayouts/slideLayout9.xml" /><rel:Relationship Id="rId10" Type="http://schemas.openxmlformats.org/officeDocument/2006/relationships/slideLayout" Target="../slideLayouts/slideLayout10.xml" /><rel:Relationship Id="rId11" Type="http://schemas.openxmlformats.org/officeDocument/2006/relationships/slideLayout" Target="../slideLayouts/slideLayout1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7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4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Comic Analysis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Technical Architecture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Modular pipeline design</a:t>
            </a:r>
            <a:endParaRPr lang="en-US"/>
          </a:p>
          <a:p>
            <a:r>
              <a:rPr lang="en-US" dirty="0"/>
              <a:t>Preprocessing layer</a:t>
            </a:r>
            <a:endParaRPr lang="en-US"/>
          </a:p>
          <a:p>
            <a:r>
              <a:rPr lang="en-US" dirty="0"/>
              <a:t>Detection models</a:t>
            </a:r>
            <a:endParaRPr lang="en-US"/>
          </a:p>
          <a:p>
            <a:r>
              <a:rPr lang="en-US" dirty="0"/>
              <a:t>Analysis engine</a:t>
            </a:r>
            <a:endParaRPr lang="en-US"/>
          </a:p>
          <a:p>
            <a:r>
              <a:rPr lang="en-US" dirty="0"/>
              <a:t>Output generation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ingestion</a:t>
            </a:r>
            <a:endParaRPr lang="en-US"/>
          </a:p>
          <a:p>
            <a:r>
              <a:rPr lang="en-US" dirty="0"/>
              <a:t>Preprocessing and normalization</a:t>
            </a:r>
            <a:endParaRPr lang="en-US"/>
          </a:p>
          <a:p>
            <a:r>
              <a:rPr lang="en-US" dirty="0"/>
              <a:t>Feature extraction</a:t>
            </a:r>
            <a:endParaRPr lang="en-US"/>
          </a:p>
          <a:p>
            <a:r>
              <a:rPr lang="en-US" dirty="0"/>
              <a:t>Model inference</a:t>
            </a:r>
            <a:endParaRPr lang="en-US"/>
          </a:p>
          <a:p>
            <a:r>
              <a:rPr lang="en-US" dirty="0"/>
              <a:t>Post-processing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Vision Models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 detection (YOLO/Faster R-CNN)</a:t>
            </a:r>
            <a:endParaRPr lang="en-US"/>
          </a:p>
          <a:p>
            <a:r>
              <a:rPr lang="en-US" dirty="0"/>
              <a:t>Image segmentation</a:t>
            </a:r>
            <a:endParaRPr lang="en-US"/>
          </a:p>
          <a:p>
            <a:r>
              <a:rPr lang="en-US" dirty="0"/>
              <a:t>OCR for text extraction</a:t>
            </a:r>
            <a:endParaRPr lang="en-US"/>
          </a:p>
          <a:p>
            <a:r>
              <a:rPr lang="en-US" dirty="0"/>
              <a:t>Face recognition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pipelines</a:t>
            </a:r>
            <a:endParaRPr lang="en-US"/>
          </a:p>
          <a:p>
            <a:r>
              <a:rPr lang="en-US" dirty="0"/>
              <a:t>Model evaluation</a:t>
            </a:r>
            <a:endParaRPr lang="en-US"/>
          </a:p>
          <a:p>
            <a:r>
              <a:rPr lang="en-US" dirty="0"/>
              <a:t>Hyperparameter tuning</a:t>
            </a:r>
            <a:endParaRPr lang="en-US"/>
          </a:p>
          <a:p>
            <a:r>
              <a:rPr lang="en-US" dirty="0"/>
              <a:t>Continuous learning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Processing speed optimization</a:t>
            </a:r>
            <a:endParaRPr lang="en-US"/>
          </a:p>
          <a:p>
            <a:r>
              <a:rPr lang="en-US" dirty="0"/>
              <a:t>GPU acceleration</a:t>
            </a:r>
            <a:endParaRPr lang="en-US"/>
          </a:p>
          <a:p>
            <a:r>
              <a:rPr lang="en-US" dirty="0"/>
              <a:t>Batch processing</a:t>
            </a:r>
            <a:endParaRPr lang="en-US"/>
          </a:p>
          <a:p>
            <a:r>
              <a:rPr lang="en-US" dirty="0"/>
              <a:t>Caching strategies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Solutions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image sizes</a:t>
            </a:r>
            <a:endParaRPr lang="en-US"/>
          </a:p>
          <a:p>
            <a:r>
              <a:rPr lang="en-US" dirty="0"/>
              <a:t>Varied styles</a:t>
            </a:r>
            <a:endParaRPr lang="en-US"/>
          </a:p>
          <a:p>
            <a:r>
              <a:rPr lang="en-US" dirty="0"/>
              <a:t>Text recognition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Efficient preprocessing</a:t>
            </a:r>
            <a:endParaRPr lang="en-US"/>
          </a:p>
          <a:p>
            <a:r>
              <a:rPr lang="en-US" dirty="0"/>
              <a:t>Transfer learning</a:t>
            </a:r>
            <a:endParaRPr lang="en-US"/>
          </a:p>
          <a:p>
            <a:r>
              <a:rPr lang="en-US" dirty="0"/>
              <a:t>Ensemble methods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7</ep:Slides>
  <ep:TitlesOfParts>
    <vt:vector size="7" baseType="lpstr">
      <vt:lpstr>Slide 1</vt:lpstr>
      <vt:lpstr>Slide 2</vt:lpstr>
      <vt:lpstr>Slide 3</vt:lpstr>
      <vt:lpstr>Slide 4</vt:lpstr>
      <vt:lpstr>Slide 5</vt:lpstr>
      <vt:lpstr>Slide 6</vt:lpstr>
      <vt:lpstr>Slide 7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2025-12-15T04:54:33Z</dcterms:created>
  <dcterms:modified xsi:type="dcterms:W3CDTF">2025-12-15T04:54:33Z</dcterms:modified>
</cp:coreProperties>
</file>