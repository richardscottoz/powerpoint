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1" id="2147483648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9144000" cy="6858000"/>
  <p:notesSz cx="9144000" cy="6858000"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rel:Relationship Id="rId8" Type="http://schemas.openxmlformats.org/officeDocument/2006/relationships/viewProps" Target="viewProps.xml" /><rel:Relationship Id="rId9" Type="http://schemas.openxmlformats.org/officeDocument/2006/relationships/presProps" Target="presProps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6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Analysis: Technical Deep Dive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Architecture, Implementation, and Methodology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System Architecture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Modular design with separable components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Pipeline-based data processing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Notebook-driven analysis workflow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Extensible plugin architecture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Integration with external APIs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Data Processing Pipeline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Input: Image ingestion and validation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Processing: Feature extraction and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Analysis: Object detection and classification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Output: Data structuring and export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Storage: Results and metadata management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Computer Vision Components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Detection: Identifying panels in pages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Recognition: OCR for speech bubbles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Detection: Identifying characters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Face Recognition: Tracking across panels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Scene Classification: Categorizing content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Machine Learning Models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CNNs for image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Object detection (YOLO, R-CNN)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recognition with Tesseract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Transfer learning from pre-trained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Custom models on comic datasets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Performance Considerations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Batch processing for large collections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GPU acceleration for ML inference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Caching of intermediate results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Parallel processing where applicable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Memory-efficient data handling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6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2025-12-14T09:13:41Z</dcterms:created>
  <dcterms:modified xsi:type="dcterms:W3CDTF">2025-12-14T09:13:41Z</dcterms:modified>
</cp:coreProperties>
</file>