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Modular pipeline design</a:t>
            </a:r>
          </a:p>
          <a:p>
            <a:pPr/>
            <a:r>
              <a:t>Preprocessing → Detection → Classification → Analysis</a:t>
            </a:r>
          </a:p>
          <a:p>
            <a:pPr/>
            <a:r>
              <a:t>Configurable stages for different use cases</a:t>
            </a:r>
          </a:p>
          <a:p>
            <a:pPr/>
            <a:r>
              <a:t>Support for batch and real-time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Page segmentation and cleaning</a:t>
            </a:r>
          </a:p>
          <a:p>
            <a:pPr/>
            <a:r>
              <a:t>Panel boundary detection</a:t>
            </a:r>
          </a:p>
          <a:p>
            <a:pPr/>
            <a:r>
              <a:t>Text region identification</a:t>
            </a:r>
          </a:p>
          <a:p>
            <a:pPr/>
            <a:r>
              <a:t>Background/foreground separation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Computer Vision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 detection for panels and characters</a:t>
            </a:r>
          </a:p>
          <a:p>
            <a:pPr/>
            <a:r>
              <a:t>OCR for text extraction</a:t>
            </a:r>
          </a:p>
          <a:p>
            <a:pPr/>
            <a:r>
              <a:t>Image classification for scene types</a:t>
            </a:r>
          </a:p>
          <a:p>
            <a:pPr/>
            <a:r>
              <a:t>Face recognition for character identification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Supervised learning with labeled datasets</a:t>
            </a:r>
          </a:p>
          <a:p>
            <a:pPr/>
            <a:r>
              <a:t>Transfer learning from pre-trained models</a:t>
            </a:r>
          </a:p>
          <a:p>
            <a:pPr/>
            <a:r>
              <a:t>Custom architectures for comic-specific features</a:t>
            </a:r>
          </a:p>
          <a:p>
            <a:pPr/>
            <a:r>
              <a:t>Continuous model improvement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Panel detection accuracy: 95%+</a:t>
            </a:r>
          </a:p>
          <a:p>
            <a:pPr/>
            <a:r>
              <a:t>Character recognition: 90%+</a:t>
            </a:r>
          </a:p>
          <a:p>
            <a:pPr/>
            <a:r>
              <a:t>Processing speed: Real-time capable</a:t>
            </a:r>
          </a:p>
          <a:p>
            <a:pPr/>
            <a:r>
              <a:t>Scalability: Handles large archives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