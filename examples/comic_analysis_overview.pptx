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Comic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Repository Overview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Computer vision analysis of comic book pages</a:t>
            </a:r>
          </a:p>
          <a:p>
            <a:pPr/>
            <a:r>
              <a:t>Automated panel detection and classification</a:t>
            </a:r>
          </a:p>
          <a:p>
            <a:pPr/>
            <a:r>
              <a:t>Character recognition and tracking</a:t>
            </a:r>
          </a:p>
          <a:p>
            <a:pPr/>
            <a:r>
              <a:t>Scene understanding and narrative analysis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Image processing pipeline for page analysis</a:t>
            </a:r>
          </a:p>
          <a:p>
            <a:pPr/>
            <a:r>
              <a:t>Machine learning models for detection</a:t>
            </a:r>
          </a:p>
          <a:p>
            <a:pPr/>
            <a:r>
              <a:t>Data extraction and structuring tools</a:t>
            </a:r>
          </a:p>
          <a:p>
            <a:pPr/>
            <a:r>
              <a:t>Visualization and reporting capabilities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Technology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Python for core implementation</a:t>
            </a:r>
          </a:p>
          <a:p>
            <a:pPr/>
            <a:r>
              <a:t>OpenCV for image processing</a:t>
            </a:r>
          </a:p>
          <a:p>
            <a:pPr/>
            <a:r>
              <a:t>TensorFlow/PyTorch for ML models</a:t>
            </a:r>
          </a:p>
          <a:p>
            <a:pPr/>
            <a:r>
              <a:t>Jupyter notebooks for analysis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Digital comic book archives</a:t>
            </a:r>
          </a:p>
          <a:p>
            <a:pPr/>
            <a:r>
              <a:t>Academic research on visual storytelling</a:t>
            </a:r>
          </a:p>
          <a:p>
            <a:pPr/>
            <a:r>
              <a:t>Automated metadata extraction</a:t>
            </a:r>
          </a:p>
          <a:p>
            <a:pPr/>
            <a:r>
              <a:t>Accessibility tools for visual content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