
<file path=[Content_Types].xml><?xml version="1.0" encoding="utf-8"?>
<ct:Types xmlns:ct="http://schemas.openxmlformats.org/package/2006/content-types">
  <ct:Default Extension="rels" ContentType="application/vnd.openxmlformats-package.relationships+xml"/>
  <ct:Default Extension="xml" ContentType="application/xml"/>
  <ct:Default Extension="jpeg" ContentType="image/jpeg"/>
  <ct:Override PartName="/ppt/presentation.xml" ContentType="application/vnd.openxmlformats-officedocument.presentationml.presentation.main+xml"/>
  <ct:Override PartName="/ppt/slideMasters/slideMaster1.xml" ContentType="application/vnd.openxmlformats-officedocument.presentationml.slideMaster+xml"/>
  <ct:Override PartName="/ppt/theme/theme1.xml" ContentType="application/vnd.openxmlformats-officedocument.theme+xml"/>
  <ct:Override PartName="/ppt/presProps.xml" ContentType="application/vnd.openxmlformats-officedocument.presentationml.presProps+xml"/>
  <ct:Override PartName="/ppt/viewProps.xml" ContentType="application/vnd.openxmlformats-officedocument.presentationml.viewProps+xml"/>
  <ct:Override PartName="/ppt/tableStyles.xml" ContentType="application/vnd.openxmlformats-officedocument.presentationml.tableStyles+xml"/>
  <ct:Override PartName="/docProps/core.xml" ContentType="application/vnd.openxmlformats-package.core-properties+xml"/>
  <ct:Override PartName="/docProps/app.xml" ContentType="application/vnd.openxmlformats-officedocument.extended-properties+xml"/>
  <ct:Override PartName="/ppt/slideLayouts/slideLayout1.xml" ContentType="application/vnd.openxmlformats-officedocument.presentationml.slideLayout+xml"/>
  <ct:Override PartName="/ppt/slideLayouts/slideLayout2.xml" ContentType="application/vnd.openxmlformats-officedocument.presentationml.slideLayout+xml"/>
  <ct:Override PartName="/ppt/slideLayouts/slideLayout3.xml" ContentType="application/vnd.openxmlformats-officedocument.presentationml.slideLayout+xml"/>
  <ct:Override PartName="/ppt/slideLayouts/slideLayout4.xml" ContentType="application/vnd.openxmlformats-officedocument.presentationml.slideLayout+xml"/>
  <ct:Override PartName="/ppt/slideLayouts/slideLayout5.xml" ContentType="application/vnd.openxmlformats-officedocument.presentationml.slideLayout+xml"/>
  <ct:Override PartName="/ppt/slideLayouts/slideLayout6.xml" ContentType="application/vnd.openxmlformats-officedocument.presentationml.slideLayout+xml"/>
  <ct:Override PartName="/ppt/slideLayouts/slideLayout7.xml" ContentType="application/vnd.openxmlformats-officedocument.presentationml.slideLayout+xml"/>
  <ct:Override PartName="/ppt/slideLayouts/slideLayout8.xml" ContentType="application/vnd.openxmlformats-officedocument.presentationml.slideLayout+xml"/>
  <ct:Override PartName="/ppt/slideLayouts/slideLayout9.xml" ContentType="application/vnd.openxmlformats-officedocument.presentationml.slideLayout+xml"/>
  <ct:Override PartName="/ppt/slideLayouts/slideLayout10.xml" ContentType="application/vnd.openxmlformats-officedocument.presentationml.slideLayout+xml"/>
  <ct:Override PartName="/ppt/slideLayouts/slideLayout11.xml" ContentType="application/vnd.openxmlformats-officedocument.presentationml.slideLayout+xml"/>
  <ct:Override PartName="/ppt/slides/slide1.xml" ContentType="application/vnd.openxmlformats-officedocument.presentationml.slide+xml"/>
  <ct:Override PartName="/ppt/slides/slide2.xml" ContentType="application/vnd.openxmlformats-officedocument.presentationml.slide+xml"/>
  <ct:Override PartName="/ppt/slides/slide3.xml" ContentType="application/vnd.openxmlformats-officedocument.presentationml.slide+xml"/>
  <ct:Override PartName="/ppt/slides/slide4.xml" ContentType="application/vnd.openxmlformats-officedocument.presentationml.slide+xml"/>
  <ct:Override PartName="/ppt/slides/slide5.xml" ContentType="application/vnd.openxmlformats-officedocument.presentationml.slide+xml"/>
</ct:Types>
</file>

<file path=_rels/.rels><?xml version="1.0" encoding="UTF-8" standalone="yes"?>
<rel:Relationships xmlns:rel="http://schemas.openxmlformats.org/package/2006/relationships"><rel:Relationship Id="rId1" Type="http://schemas.openxmlformats.org/officeDocument/2006/relationships/officeDocument" Target="ppt/presentation.xml" /><rel:Relationship Id="rId2" Type="http://schemas.openxmlformats.org/package/2006/relationships/metadata/core-properties" Target="docProps/core.xml" /><rel:Relationship Id="rId3" Type="http://schemas.openxmlformats.org/officeDocument/2006/relationships/extended-properties" Target="docProps/app.xml" /></rel: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r:id="rId1" id="2147483648"/>
  </p:sldMasterIdLst>
  <p:sldIdLst>
    <p:sldId r:id="rId2" id="256"/>
    <p:sldId r:id="rId3" id="257"/>
    <p:sldId r:id="rId4" id="258"/>
    <p:sldId r:id="rId5" id="259"/>
    <p:sldId r:id="rId6" id="260"/>
  </p:sldIdLst>
  <p:sldSz cx="9144000" cy="6858000" type="screen4x3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/>
</file>

<file path=ppt/tableStyles.xml><?xml version="1.0" encoding="utf-8"?>
<p:tblStyleLst xmlns:p="http://schemas.openxmlformats.org/presentationml/2006/main" def_="{{5C22544A-7EE6-4342-B048-85BDC9FD1C3A}}"/>
</file>

<file path=ppt/viewProps.xml><?xml version="1.0" encoding="utf-8"?>
<p:viewPr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
<rel:Relationships xmlns:rel="http://schemas.openxmlformats.org/package/2006/relationships"><rel:Relationship Id="rId1" Type="http://schemas.openxmlformats.org/officeDocument/2006/relationships/slideMaster" Target="slideMasters/slideMaster1.xml" /><rel:Relationship Id="rId4" Type="http://schemas.openxmlformats.org/officeDocument/2006/relationships/presProps" Target="presProps.xml" /><rel:Relationship Id="rId5" Type="http://schemas.openxmlformats.org/officeDocument/2006/relationships/viewProps" Target="viewProps.xml" /><rel:Relationship Id="rId6" Type="http://schemas.openxmlformats.org/officeDocument/2006/relationships/tableStyles" Target="tableStyles.xml" /><rel:Relationship Id="rId2" Type="http://schemas.openxmlformats.org/officeDocument/2006/relationships/slide" Target="slides/slide1.xml" /><rel:Relationship Id="rId3" Type="http://schemas.openxmlformats.org/officeDocument/2006/relationships/slide" Target="slides/slide2.xml" /><rel:Relationship Id="rId4" Type="http://schemas.openxmlformats.org/officeDocument/2006/relationships/slide" Target="slides/slide3.xml" /><rel:Relationship Id="rId5" Type="http://schemas.openxmlformats.org/officeDocument/2006/relationships/slide" Target="slides/slide4.xml" /><rel:Relationship Id="rId6" Type="http://schemas.openxmlformats.org/officeDocument/2006/relationships/slide" Target="slides/slide5.xml" /></rel:Relationships>
</file>

<file path=ppt/slideLayouts/_rels/slideLayout1.xml.rels><?xml version="1.0" encoding="UTF-8" standalone="yes"?>
<rel:Relationships xmlns:rel="http://schemas.openxmlformats.org/package/2006/relationships"><rel:Relationship Id="rId1" Type="http://schemas.openxmlformats.org/officeDocument/2006/relationships/slideMaster" Target="../slideMasters/slideMaster1.xml" /></rel:Relationships>
</file>

<file path=ppt/slideLayouts/_rels/slideLayout2.xml.rels><?xml version="1.0" encoding="UTF-8" standalone="yes"?>
<rel:Relationships xmlns:rel="http://schemas.openxmlformats.org/package/2006/relationships"><rel:Relationship Id="rId1" Type="http://schemas.openxmlformats.org/officeDocument/2006/relationships/slideMaster" Target="../slideMasters/slideMaster1.xml" /></rel:Relationships>
</file>

<file path=ppt/slideLayouts/_rels/slideLayout3.xml.rels><?xml version="1.0" encoding="UTF-8" standalone="yes"?>
<rel:Relationships xmlns:rel="http://schemas.openxmlformats.org/package/2006/relationships"><rel:Relationship Id="rId1" Type="http://schemas.openxmlformats.org/officeDocument/2006/relationships/slideMaster" Target="../slideMasters/slideMaster1.xml" /></rel:Relationships>
</file>

<file path=ppt/slideLayouts/_rels/slideLayout4.xml.rels><?xml version="1.0" encoding="UTF-8" standalone="yes"?>
<rel:Relationships xmlns:rel="http://schemas.openxmlformats.org/package/2006/relationships"><rel:Relationship Id="rId1" Type="http://schemas.openxmlformats.org/officeDocument/2006/relationships/slideMaster" Target="../slideMasters/slideMaster1.xml" /></rel:Relationships>
</file>

<file path=ppt/slideLayouts/_rels/slideLayout5.xml.rels><?xml version="1.0" encoding="UTF-8" standalone="yes"?>
<rel:Relationships xmlns:rel="http://schemas.openxmlformats.org/package/2006/relationships"><rel:Relationship Id="rId1" Type="http://schemas.openxmlformats.org/officeDocument/2006/relationships/slideMaster" Target="../slideMasters/slideMaster1.xml" /></rel:Relationships>
</file>

<file path=ppt/slideLayouts/_rels/slideLayout6.xml.rels><?xml version="1.0" encoding="UTF-8" standalone="yes"?>
<rel:Relationships xmlns:rel="http://schemas.openxmlformats.org/package/2006/relationships"><rel:Relationship Id="rId1" Type="http://schemas.openxmlformats.org/officeDocument/2006/relationships/slideMaster" Target="../slideMasters/slideMaster1.xml" /></rel:Relationships>
</file>

<file path=ppt/slideLayouts/_rels/slideLayout7.xml.rels><?xml version="1.0" encoding="UTF-8" standalone="yes"?>
<rel:Relationships xmlns:rel="http://schemas.openxmlformats.org/package/2006/relationships"><rel:Relationship Id="rId1" Type="http://schemas.openxmlformats.org/officeDocument/2006/relationships/slideMaster" Target="../slideMasters/slideMaster1.xml" /></rel:Relationships>
</file>

<file path=ppt/slideLayouts/_rels/slideLayout8.xml.rels><?xml version="1.0" encoding="UTF-8" standalone="yes"?>
<rel:Relationships xmlns:rel="http://schemas.openxmlformats.org/package/2006/relationships"><rel:Relationship Id="rId1" Type="http://schemas.openxmlformats.org/officeDocument/2006/relationships/slideMaster" Target="../slideMasters/slideMaster1.xml" /></rel:Relationships>
</file>

<file path=ppt/slideLayouts/_rels/slideLayout9.xml.rels><?xml version="1.0" encoding="UTF-8" standalone="yes"?>
<rel:Relationships xmlns:rel="http://schemas.openxmlformats.org/package/2006/relationships"><rel:Relationship Id="rId1" Type="http://schemas.openxmlformats.org/officeDocument/2006/relationships/slideMaster" Target="../slideMasters/slideMaster1.xml" /></rel:Relationships>
</file>

<file path=ppt/slideLayouts/_rels/slideLayout10.xml.rels><?xml version="1.0" encoding="UTF-8" standalone="yes"?>
<rel:Relationships xmlns:rel="http://schemas.openxmlformats.org/package/2006/relationships"><rel:Relationship Id="rId1" Type="http://schemas.openxmlformats.org/officeDocument/2006/relationships/slideMaster" Target="../slideMasters/slideMaster1.xml" /></rel:Relationships>
</file>

<file path=ppt/slideLayouts/_rels/slideLayout11.xml.rels><?xml version="1.0" encoding="UTF-8" standalone="yes"?>
<rel:Relationships xmlns:rel="http://schemas.openxmlformats.org/package/2006/relationships"><rel:Relationship Id="rId1" Type="http://schemas.openxmlformats.org/officeDocument/2006/relationships/slideMaster" Target="../slideMasters/slideMaster1.xml" /></rel:Relationships>
</file>

<file path=ppt/slideLayouts/slideLayout1.xml><?xml version="1.0" encoding="utf-8"?>
<p:sldLayout xmlns:a="http://schemas.openxmlformats.org/drawingml/2006/main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Masters/_rels/slideMaster1.xml.rels><?xml version="1.0" encoding="UTF-8" standalone="yes"?>
<rel:Relationships xmlns:rel="http://schemas.openxmlformats.org/package/2006/relationships"><rel:Relationship Id="rId12" Type="http://schemas.openxmlformats.org/officeDocument/2006/relationships/theme" Target="../theme/theme1.xml" /><rel:Relationship Id="rId1" Type="http://schemas.openxmlformats.org/officeDocument/2006/relationships/slideLayout" Target="../slideLayouts/slideLayout1.xml" /><rel:Relationship Id="rId2" Type="http://schemas.openxmlformats.org/officeDocument/2006/relationships/slideLayout" Target="../slideLayouts/slideLayout2.xml" /><rel:Relationship Id="rId3" Type="http://schemas.openxmlformats.org/officeDocument/2006/relationships/slideLayout" Target="../slideLayouts/slideLayout3.xml" /><rel:Relationship Id="rId4" Type="http://schemas.openxmlformats.org/officeDocument/2006/relationships/slideLayout" Target="../slideLayouts/slideLayout4.xml" /><rel:Relationship Id="rId5" Type="http://schemas.openxmlformats.org/officeDocument/2006/relationships/slideLayout" Target="../slideLayouts/slideLayout5.xml" /><rel:Relationship Id="rId6" Type="http://schemas.openxmlformats.org/officeDocument/2006/relationships/slideLayout" Target="../slideLayouts/slideLayout6.xml" /><rel:Relationship Id="rId7" Type="http://schemas.openxmlformats.org/officeDocument/2006/relationships/slideLayout" Target="../slideLayouts/slideLayout7.xml" /><rel:Relationship Id="rId8" Type="http://schemas.openxmlformats.org/officeDocument/2006/relationships/slideLayout" Target="../slideLayouts/slideLayout8.xml" /><rel:Relationship Id="rId9" Type="http://schemas.openxmlformats.org/officeDocument/2006/relationships/slideLayout" Target="../slideLayouts/slideLayout9.xml" /><rel:Relationship Id="rId10" Type="http://schemas.openxmlformats.org/officeDocument/2006/relationships/slideLayout" Target="../slideLayouts/slideLayout10.xml" /><rel:Relationship Id="rId11" Type="http://schemas.openxmlformats.org/officeDocument/2006/relationships/slideLayout" Target="../slideLayouts/slideLayout11.xml" /></rel: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r:id="rId1" id="2147483649"/>
    <p:sldLayoutId r:id="rId2" id="2147483650"/>
    <p:sldLayoutId r:id="rId3" id="2147483651"/>
    <p:sldLayoutId r:id="rId4" id="2147483652"/>
    <p:sldLayoutId r:id="rId5" id="2147483653"/>
    <p:sldLayoutId r:id="rId6" id="2147483654"/>
    <p:sldLayoutId r:id="rId7" id="2147483655"/>
    <p:sldLayoutId r:id="rId8" id="2147483656"/>
    <p:sldLayoutId r:id="rId9" id="2147483657"/>
    <p:sldLayoutId r:id="rId10" id="2147483658"/>
    <p:sldLayoutId r:id="rId11" id="2147483659"/>
  </p:sldLayoutIdLst>
  <p:txStyles>
    <p:titleStyle>
      <a:lvl1pPr>
        <a:defRPr/>
      </a:lvl1pPr>
    </p:titleStyle>
    <p:bodyStyle>
      <a:lvl1pPr>
        <a:defRPr/>
      </a:lvl1pPr>
    </p:bodyStyle>
    <p:otherStyle>
      <a:lvl1pPr>
        <a:defRPr/>
      </a:lvl1pPr>
    </p:otherStyle>
  </p:txStyles>
</p:sldMaster>
</file>

<file path=ppt/slides/_rels/slide1.xml.rels><?xml version="1.0" encoding="UTF-8" standalone="yes"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_rels/slide2.xml.rels><?xml version="1.0" encoding="UTF-8" standalone="yes"?>
<rel:Relationships xmlns:rel="http://schemas.openxmlformats.org/package/2006/relationships"><rel:Relationship Id="rId1" Type="http://schemas.openxmlformats.org/officeDocument/2006/relationships/slideLayout" Target="../slideLayouts/slideLayout2.xml" /></rel:Relationships>
</file>

<file path=ppt/slides/_rels/slide3.xml.rels><?xml version="1.0" encoding="UTF-8" standalone="yes"?>
<rel:Relationships xmlns:rel="http://schemas.openxmlformats.org/package/2006/relationships"><rel:Relationship Id="rId1" Type="http://schemas.openxmlformats.org/officeDocument/2006/relationships/slideLayout" Target="../slideLayouts/slideLayout2.xml" /></rel:Relationships>
</file>

<file path=ppt/slides/_rels/slide4.xml.rels><?xml version="1.0" encoding="UTF-8" standalone="yes"?>
<rel:Relationships xmlns:rel="http://schemas.openxmlformats.org/package/2006/relationships"><rel:Relationship Id="rId1" Type="http://schemas.openxmlformats.org/officeDocument/2006/relationships/slideLayout" Target="../slideLayouts/slideLayout2.xml" /></rel:Relationships>
</file>

<file path=ppt/slides/_rels/slide5.xml.rels><?xml version="1.0" encoding="UTF-8" standalone="yes"?>
<rel:Relationships xmlns:rel="http://schemas.openxmlformats.org/package/2006/relationships"><rel:Relationship Id="rId1" Type="http://schemas.openxmlformats.org/officeDocument/2006/relationships/slideLayout" Target="../slideLayouts/slideLayout2.xml" /></rel: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Comic Analysis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AI-Powered Comic Book Analysis</a:t>
            </a: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Overview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ML/CV system for analyzing comic books</a:t>
            </a:r>
            <a:endParaRPr lang="en-US"/>
          </a:p>
          <a:p>
            <a:r>
              <a:rPr lang="en-US" dirty="0"/>
              <a:t>Automated character detection</a:t>
            </a:r>
            <a:endParaRPr lang="en-US"/>
          </a:p>
          <a:p>
            <a:r>
              <a:rPr lang="en-US" dirty="0"/>
              <a:t>Story flow analysis</a:t>
            </a:r>
            <a:endParaRPr lang="en-US"/>
          </a:p>
          <a:p>
            <a:r>
              <a:rPr lang="en-US" dirty="0"/>
              <a:t>Data extraction and insights</a:t>
            </a:r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Components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Computer vision models</a:t>
            </a:r>
            <a:endParaRPr lang="en-US"/>
          </a:p>
          <a:p>
            <a:r>
              <a:rPr lang="en-US" dirty="0"/>
              <a:t>Natural language processing</a:t>
            </a:r>
            <a:endParaRPr lang="en-US"/>
          </a:p>
          <a:p>
            <a:r>
              <a:rPr lang="en-US" dirty="0"/>
              <a:t>Data pipelines</a:t>
            </a:r>
            <a:endParaRPr lang="en-US"/>
          </a:p>
          <a:p>
            <a:r>
              <a:rPr lang="en-US" dirty="0"/>
              <a:t>Visualization tools</a:t>
            </a:r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Technology Stack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Python 3</a:t>
            </a:r>
            <a:endParaRPr lang="en-US"/>
          </a:p>
          <a:p>
            <a:r>
              <a:rPr lang="en-US" dirty="0"/>
              <a:t>TensorFlow/PyTorch</a:t>
            </a:r>
            <a:endParaRPr lang="en-US"/>
          </a:p>
          <a:p>
            <a:r>
              <a:rPr lang="en-US" dirty="0"/>
              <a:t>OpenCV</a:t>
            </a:r>
            <a:endParaRPr lang="en-US"/>
          </a:p>
          <a:p>
            <a:r>
              <a:rPr lang="en-US" dirty="0"/>
              <a:t>Jupyter Notebooks</a:t>
            </a:r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Cases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Character identification</a:t>
            </a:r>
            <a:endParaRPr lang="en-US"/>
          </a:p>
          <a:p>
            <a:r>
              <a:rPr lang="en-US" dirty="0"/>
              <a:t>Panel extraction</a:t>
            </a:r>
            <a:endParaRPr lang="en-US"/>
          </a:p>
          <a:p>
            <a:r>
              <a:rPr lang="en-US" dirty="0"/>
              <a:t>Speech analysis</a:t>
            </a:r>
            <a:endParaRPr lang="en-US"/>
          </a:p>
          <a:p>
            <a:r>
              <a:rPr lang="en-US" dirty="0"/>
              <a:t>Trend detection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 name="Office">
      <a:fillStyleLst>
        <a:solidFill>
          <a:schemeClr val="phClr"/>
        </a:solidFill>
      </a:fillStyleLst>
      <a:lineStyleLst>
        <a:ln w="9525" cap="flat" cmpd="sng" algn="ctr">
          <a:solidFill>
            <a:schemeClr val="phClr"/>
          </a:solidFill>
        </a:ln>
      </a:line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ep:Properties xmlns:ep="http://schemas.openxmlformats.org/officeDocument/2006/extended-properties" xmlns:vt="http://schemas.openxmlformats.org/officeDocument/2006/docPropsVTypes">
  <ep:Application>Python Generator</ep:Application>
  <ep:PresentationFormat>On-screen Show (4:3)</ep:PresentationFormat>
  <ep:Slides>5</ep:Slides>
  <ep:TitlesOfParts>
    <vt:vector size="5" baseType="lpstr">
      <vt:lpstr>Slide 1</vt:lpstr>
      <vt:lpstr>Slide 2</vt:lpstr>
      <vt:lpstr>Slide 3</vt:lpstr>
      <vt:lpstr>Slide 4</vt:lpstr>
      <vt:lpstr>Slide 5</vt:lpstr>
    </vt:vector>
  </ep:TitlesOfParts>
</e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 xsi:schemaLocation="http://schemas.openxmlformats.org/package/2006/metadata/core-properties">
  <dc:title>Presentation</dc:title>
  <dc:creator>Python Generator</dc:creator>
  <cp:lastModifiedBy>Python Generator</cp:lastModifiedBy>
  <cp:revision>1</cp:revision>
  <dcterms:created xsi:type="dcterms:W3CDTF">2025-12-15T04:54:33Z</dcterms:created>
  <dcterms:modified xsi:type="dcterms:W3CDTF">2025-12-15T04:54:33Z</dcterms:modified>
</cp:coreProperties>
</file>