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Comic Analysis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Overview of Repository Structure and Purpose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Comic Analysis: Comprehensive comic book analysis project</a:t>
            </a:r>
          </a:p>
          <a:p>
            <a:r>
              <a:t>Data extraction, analysis, and visualization focus</a:t>
            </a:r>
          </a:p>
          <a:p>
            <a:r>
              <a:t>Machine learning and computer vision techniques</a:t>
            </a:r>
          </a:p>
          <a:p>
            <a:r>
              <a:t>Open-source GitHub project</a:t>
            </a:r>
          </a:p>
          <a:p>
            <a:r>
              <a:t>Python and Jupyter notebooks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Data Processing Pipeline</a:t>
            </a:r>
          </a:p>
          <a:p>
            <a:r>
              <a:t>Machine Learning Models</a:t>
            </a:r>
          </a:p>
          <a:p>
            <a:r>
              <a:t>Visualization Tools</a:t>
            </a:r>
          </a:p>
          <a:p>
            <a:r>
              <a:t>Analysis Notebooks</a:t>
            </a:r>
          </a:p>
          <a:p>
            <a:r>
              <a:t>Documentation and Examples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Python: Primary language</a:t>
            </a:r>
          </a:p>
          <a:p>
            <a:r>
              <a:t>Jupyter Notebooks: Interactive analysis</a:t>
            </a:r>
          </a:p>
          <a:p>
            <a:r>
              <a:t>Computer Vision: Image analysis and OCR</a:t>
            </a:r>
          </a:p>
          <a:p>
            <a:r>
              <a:t>Machine Learning: Pattern recognition</a:t>
            </a:r>
          </a:p>
          <a:p>
            <a:r>
              <a:t>Data Processing: Pandas, NumPy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Comic book digitization and cataloging</a:t>
            </a:r>
          </a:p>
          <a:p>
            <a:r>
              <a:t>Text extraction from comic panels</a:t>
            </a:r>
          </a:p>
          <a:p>
            <a:r>
              <a:t>Character and object detection</a:t>
            </a:r>
          </a:p>
          <a:p>
            <a:r>
              <a:t>Story structure analysis</a:t>
            </a:r>
          </a:p>
          <a:p>
            <a:r>
              <a:t>Statistical analysis of content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5</ep:Slides>
  <ep:TitlesOfParts>
    <vt:vector size="5" baseType="lpstr">
      <vt:lpstr>Slide 1</vt:lpstr>
      <vt:lpstr>Slide 2</vt:lpstr>
      <vt:lpstr>Slide 3</vt:lpstr>
      <vt:lpstr>Slide 4</vt:lpstr>
      <vt:lpstr>Slide 5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2025-12-15T06:28:46Z</dcterms:created>
  <dcterms:modified xsi:type="dcterms:W3CDTF">2025-12-15T06:28:46Z</dcterms:modified>
</cp:coreProperties>
</file>