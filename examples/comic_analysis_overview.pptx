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1" id="2147483648"/>
  </p:sldMasterIdLst>
  <p:sldIdLst>
    <p:sldId id="257" r:id="rId2"/>
    <p:sldId id="258" r:id="rId3"/>
    <p:sldId id="259" r:id="rId4"/>
    <p:sldId id="260" r:id="rId5"/>
    <p:sldId id="261" r:id="rId6"/>
  </p:sldIdLst>
  <p:sldSz cx="9144000" cy="6858000"/>
  <p:notesSz cx="9144000" cy="6858000"/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viewProps" Target="viewProps.xml" /><rel:Relationship Id="rId8" Type="http://schemas.openxmlformats.org/officeDocument/2006/relationships/presProps" Target="presProps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Comic Analysis Project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Overview of Repository Structure and Purpose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Project Overview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Comic Analysis: Comprehensive comic book analysis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Data extraction, analysis, and visualization focus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Machine learning and computer vision techniques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Open-source GitHub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Python and Jupyter notebooks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Key Components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Data Processing Pipeline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Machine Learning Models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Visualization Tools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Analysis Notebooks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Documentation and Examples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Technology Stack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Python: Primary language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Jupyter Notebooks: Interactive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Computer Vision: Image analysis and OCR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Machine Learning: Pattern recognition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Data Processing: Pandas, NumPy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Use Cases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Comic book digitization and cataloging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extraction from comic panels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and object detection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Story structure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Statistical analysis of content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5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2025-12-14T09:13:41Z</dcterms:created>
  <dcterms:modified xsi:type="dcterms:W3CDTF">2025-12-14T09:13:41Z</dcterms:modified>
</cp:coreProperties>
</file>