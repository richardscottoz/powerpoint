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  <p:sldId id="260" r:id="rId5"/>
    <p:sldId id="261" r:id="rId6"/>
  </p:sldIdLst>
  <p:sldSz cx="9144000" cy="6858000"/>
  <p:notesSz cx="9144000" cy="6858000"/>
</p:presentation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 Project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Overview of Repository Structure and Purpose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Project Overview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Analysis: Comprehensive comic book analysis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Data extraction, analysis, and visualization focus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 and computer vision techniques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Open-source GitHub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Python and Jupyter notebooks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Key Components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Data Processing Pipeline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Visualization Tools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Analysis Notebooks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Documentation and Examples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Technology Stack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Python: Primary language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Jupyter Notebooks: Interactive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Computer Vision: Image analysis and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Learning: Pattern recognition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Data Processing: Pandas, NumPy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Use Cases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book digitization and cataloging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extraction from comic panels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and object detection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Story structure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Statistical analysis of content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