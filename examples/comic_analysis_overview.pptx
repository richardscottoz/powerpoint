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r:id="rId1" id="2147483648"/>
  </p:sldMasterIdLst>
  <p:sldIdLst>
    <p:sldId r:id="rId2" id="256"/>
    <p:sldId r:id="rId3" id="257"/>
    <p:sldId r:id="rId4" id="258"/>
    <p:sldId r:id="rId5" id="259"/>
    <p:sldId r:id="rId6" id="260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p:tblStyleLst xmlns:p="http://schemas.openxmlformats.org/presentationml/2006/main" def_="{{5C22544A-7EE6-4342-B048-85BDC9FD1C3A}}"/>
</file>

<file path=ppt/viewProps.xml><?xml version="1.0" encoding="utf-8"?>
<p:viewPr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r:id="rId1" id="2147483649"/>
    <p:sldLayoutId r:id="rId2" id="2147483650"/>
    <p:sldLayoutId r:id="rId3" id="2147483651"/>
    <p:sldLayoutId r:id="rId4" id="2147483652"/>
    <p:sldLayoutId r:id="rId5" id="2147483653"/>
    <p:sldLayoutId r:id="rId6" id="2147483654"/>
    <p:sldLayoutId r:id="rId7" id="2147483655"/>
    <p:sldLayoutId r:id="rId8" id="2147483656"/>
    <p:sldLayoutId r:id="rId9" id="2147483657"/>
    <p:sldLayoutId r:id="rId10" id="2147483658"/>
    <p:sldLayoutId r:id="rId11" id="2147483659"/>
  </p:sldLayoutIdLst>
  <p:txStyles>
    <p:titleStyle>
      <a:lvl1pPr>
        <a:defRPr/>
      </a:lvl1pPr>
    </p:titleStyle>
    <p:bodyStyle>
      <a:lvl1pPr>
        <a:defRPr/>
      </a:lvl1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Comic Analysis Project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 of Repository Structure and Purpose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Comic Analysis: Comprehensive comic book analysis project</a:t>
            </a:r>
            <a:endParaRPr lang="en-US"/>
          </a:p>
          <a:p>
            <a:r>
              <a:rPr lang="en-US" dirty="0"/>
              <a:t>Data extraction, analysis, and visualization focus</a:t>
            </a:r>
            <a:endParaRPr lang="en-US"/>
          </a:p>
          <a:p>
            <a:r>
              <a:rPr lang="en-US" dirty="0"/>
              <a:t>Machine learning and computer vision techniques</a:t>
            </a:r>
            <a:endParaRPr lang="en-US"/>
          </a:p>
          <a:p>
            <a:r>
              <a:rPr lang="en-US" dirty="0"/>
              <a:t>Open-source GitHub project</a:t>
            </a:r>
            <a:endParaRPr lang="en-US"/>
          </a:p>
          <a:p>
            <a:r>
              <a:rPr lang="en-US" dirty="0"/>
              <a:t>Python and Jupyter notebooks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Processing Pipeline</a:t>
            </a:r>
            <a:endParaRPr lang="en-US"/>
          </a:p>
          <a:p>
            <a:r>
              <a:rPr lang="en-US" dirty="0"/>
              <a:t>Machine Learning Models</a:t>
            </a:r>
            <a:endParaRPr lang="en-US"/>
          </a:p>
          <a:p>
            <a:r>
              <a:rPr lang="en-US" dirty="0"/>
              <a:t>Visualization Tools</a:t>
            </a:r>
            <a:endParaRPr lang="en-US"/>
          </a:p>
          <a:p>
            <a:r>
              <a:rPr lang="en-US" dirty="0"/>
              <a:t>Analysis Notebooks</a:t>
            </a:r>
            <a:endParaRPr lang="en-US"/>
          </a:p>
          <a:p>
            <a:r>
              <a:rPr lang="en-US" dirty="0"/>
              <a:t>Documentation and Examples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Python: Primary language</a:t>
            </a:r>
            <a:endParaRPr lang="en-US"/>
          </a:p>
          <a:p>
            <a:r>
              <a:rPr lang="en-US" dirty="0"/>
              <a:t>Jupyter Notebooks: Interactive analysis</a:t>
            </a:r>
            <a:endParaRPr lang="en-US"/>
          </a:p>
          <a:p>
            <a:r>
              <a:rPr lang="en-US" dirty="0"/>
              <a:t>Computer Vision: Image analysis and OCR</a:t>
            </a:r>
            <a:endParaRPr lang="en-US"/>
          </a:p>
          <a:p>
            <a:r>
              <a:rPr lang="en-US" dirty="0"/>
              <a:t>Machine Learning: Pattern recognition</a:t>
            </a:r>
            <a:endParaRPr lang="en-US"/>
          </a:p>
          <a:p>
            <a:r>
              <a:rPr lang="en-US" dirty="0"/>
              <a:t>Data Processing: Pandas, NumPy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Comic book digitization and cataloging</a:t>
            </a:r>
            <a:endParaRPr lang="en-US"/>
          </a:p>
          <a:p>
            <a:r>
              <a:rPr lang="en-US" dirty="0"/>
              <a:t>Text extraction from comic panels</a:t>
            </a:r>
            <a:endParaRPr lang="en-US"/>
          </a:p>
          <a:p>
            <a:r>
              <a:rPr lang="en-US" dirty="0"/>
              <a:t>Character and object detection</a:t>
            </a:r>
            <a:endParaRPr lang="en-US"/>
          </a:p>
          <a:p>
            <a:r>
              <a:rPr lang="en-US" dirty="0"/>
              <a:t>Story structure analysis</a:t>
            </a:r>
            <a:endParaRPr lang="en-US"/>
          </a:p>
          <a:p>
            <a:r>
              <a:rPr lang="en-US" dirty="0"/>
              <a:t>Statistical analysis of content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</a:fillStyleLst>
      <a:lineStyleLst>
        <a:ln w="9525" cap="flat" cmpd="sng" algn="ctr">
          <a:solidFill>
            <a:schemeClr val="phClr"/>
          </a:solidFill>
        </a:ln>
      </a:line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ep:Properties xmlns:ep="http://schemas.openxmlformats.org/officeDocument/2006/extended-properties" xmlns:vt="http://schemas.openxmlformats.org/officeDocument/2006/docPropsVTypes">
  <ep:Application>Python Generator</ep:Application>
  <ep:PresentationFormat>On-screen Show (4:3)</ep:PresentationFormat>
  <ep:Slides>5</ep:Slides>
  <ep:TitlesOfParts>
    <vt:vector size="5" baseType="lpstr">
      <vt:lpstr>Slide 1</vt:lpstr>
      <vt:lpstr>Slide 2</vt:lpstr>
      <vt:lpstr>Slide 3</vt:lpstr>
      <vt:lpstr>Slide 4</vt:lpstr>
      <vt:lpstr>Slide 5</vt:lpstr>
    </vt:vector>
  </ep:TitlesOfParts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 xsi:schemaLocation="http://schemas.openxmlformats.org/package/2006/metadata/core-properties">
  <dc:title>Presentation</dc:title>
  <dc:creator>Python Generator</dc:creator>
  <cp:lastModifiedBy>Python Generator</cp:lastModifiedBy>
  <cp:revision>1</cp:revision>
  <dcterms:created xsi:type="dcterms:W3CDTF">2025-12-15T05:17:47Z</dcterms:created>
  <dcterms:modified xsi:type="dcterms:W3CDTF">2025-12-15T05:17:47Z</dcterms:modified>
</cp:coreProperties>
</file>