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viewProps.xml" ContentType="application/vnd.openxmlformats-officedocument.presentationml.viewProps+xml"/>
  <ct:Override PartName="/ppt/presProps.xml" ContentType="application/vnd.openxmlformats-officedocument.presentationml.presProps+xml"/>
  <ct:Override PartName="/ppt/tableStyles.xml" ContentType="application/vnd.openxmlformats-officedocument.presentationml.tableStyle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</ct:Types>
</file>

<file path=_rels/.rels><?xml version="1.0" encoding="UTF-8" standalone="yes"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9144000" cy="6858000" type="screen4x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rel:Relationship Id="rId7" Type="http://schemas.openxmlformats.org/officeDocument/2006/relationships/viewProps" Target="viewProps.xml" /><rel:Relationship Id="rId8" Type="http://schemas.openxmlformats.org/officeDocument/2006/relationships/presProps" Target="presProps.xml" /><rel:Relationship Id="rId9" Type="http://schemas.openxmlformats.org/officeDocument/2006/relationships/tableStyles" Target="tableStyles.xml" /></rel:Relationships>
</file>

<file path=ppt/slideLayouts/_rels/slideLayout1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4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5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Comic Analysis Project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Overview of Repository Structure and Purpose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Project Overview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Comic Analysis: Comprehensive comic book analysis project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Data extraction, analysis, and visualization focus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Machine learning and computer vision techniques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Open-source GitHub project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Python and Jupyter notebooks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Key Components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Data Processing Pipeline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Machine Learning Models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Visualization Tools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Analysis Notebooks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Documentation and Examples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Technology Stack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Python: Primary language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Jupyter Notebooks: Interactive analysis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Computer Vision: Image analysis and OCR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Machine Learning: Pattern recognition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Data Processing: Pandas, NumPy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Use Cases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Comic book digitization and cataloging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extraction from comic panels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Character and object detection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Story structure analysis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Statistical analysis of content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Python PPTX Generator</Application>
  <PresentationFormat>On-screen Show (4:3)</PresentationFormat>
  <Paragraphs>0</Paragraphs>
  <Slides>5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Python PPTX Generator</dc:creator>
  <cp:lastModifiedBy>Python PPTX Generator</cp:lastModifiedBy>
  <cp:revision>1</cp:revision>
  <dcterms:created xsi:type="dcterms:W3CDTF">2025-12-14T20:26:08Z</dcterms:created>
  <dcterms:modified xsi:type="dcterms:W3CDTF">2025-12-14T20:26:08Z</dcterms:modified>
</cp:coreProperties>
</file>