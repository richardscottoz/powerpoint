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This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Creates .pptx files using python-pptx library</a:t>
            </a:r>
          </a:p>
          <a:p>
            <a:pPr/>
            <a:r>
              <a:t>Ensures full compatibility with PowerPoint applications</a:t>
            </a:r>
          </a:p>
          <a:p>
            <a:pPr/>
            <a:r>
              <a:t>Works with PowerPoint, LibreOffice, Google Slides</a:t>
            </a:r>
          </a:p>
          <a:p>
            <a:pPr/>
            <a:r>
              <a:t>Generates proper XML structure with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PowerPoint files are ZIP archives containing XML</a:t>
            </a:r>
          </a:p>
          <a:p>
            <a:pPr/>
            <a:r>
              <a:t>Uses established layouts and master slides</a:t>
            </a:r>
          </a:p>
          <a:p>
            <a:pPr/>
            <a:r>
              <a:t>Includes all required XML files and relationships</a:t>
            </a:r>
          </a:p>
          <a:p>
            <a:pPr/>
            <a:r>
              <a:t>Compatible with industry-standard presentation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