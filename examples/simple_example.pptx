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/rel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1" id="2147483648"/>
  </p:sldMasterIdLst>
  <p:sldIdLst>
    <p:sldId id="257" r:id="rId2"/>
    <p:sldId id="258" r:id="rId3"/>
    <p:sldId id="259" r:id="rId4"/>
  </p:sldIdLst>
  <p:sldSz cx="9144000" cy="6858000"/>
  <p:notesSz cx="9144000" cy="6858000"/>
</p:presentation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Example Presentation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Created from Scratch with XML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About This Generator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Creates .pptx files by building XML structure directly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No external libraries - only Python standard library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Uses xml.etree.ElementTree and zipfile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Full control over PowerPoint Open XML format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How It Works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PowerPoint files are ZIP archives containing XML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Generates all required XML files from scratch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Includes presentation.xml, slides, layouts, themes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Packages everything into a .pptx ZIP archive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