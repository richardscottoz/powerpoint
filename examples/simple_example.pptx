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From-Scratch PowerPoint Generator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Built using XML and Python standard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About This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Creates .pptx files by building XML structure directly</a:t>
            </a:r>
          </a:p>
          <a:p>
            <a:pPr/>
            <a:r>
              <a:t>No external libraries like python-pptx needed</a:t>
            </a:r>
          </a:p>
          <a:p>
            <a:pPr/>
            <a:r>
              <a:t>Uses Python's zipfile and xml.etree modules only</a:t>
            </a:r>
          </a:p>
          <a:p>
            <a:pPr/>
            <a:r>
              <a:t>Full control over PowerPoint Open XML format</a:t>
            </a:r>
          </a:p>
          <a:p>
            <a:pPr/>
            <a:r>
              <a:t>Educational and practical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PowerPoint files are ZIP archives containing XML</a:t>
            </a:r>
          </a:p>
          <a:p>
            <a:pPr/>
            <a:r>
              <a:t>Generates [Content_Types].xml for file definitions</a:t>
            </a:r>
          </a:p>
          <a:p>
            <a:pPr/>
            <a:r>
              <a:t>Creates presentation.xml for structure</a:t>
            </a:r>
          </a:p>
          <a:p>
            <a:pPr/>
            <a:r>
              <a:t>Builds individual slide XML files</a:t>
            </a:r>
          </a:p>
          <a:p>
            <a:pPr/>
            <a:r>
              <a:t>Includes themes, layouts, and relationships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PowerPoint XML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[Content_Types].xml: MIME type definitions</a:t>
            </a:r>
          </a:p>
          <a:p>
            <a:pPr/>
            <a:r>
              <a:t>ppt/presentation.xml: Main presentation</a:t>
            </a:r>
          </a:p>
          <a:p>
            <a:pPr/>
            <a:r>
              <a:t>ppt/slides/slide*.xml: Individual slides</a:t>
            </a:r>
          </a:p>
          <a:p>
            <a:pPr/>
            <a:r>
              <a:t>ppt/slideLayouts/: Layout templates</a:t>
            </a:r>
          </a:p>
          <a:p>
            <a:pPr/>
            <a:r>
              <a:t>ppt/slideMasters/: Master templates</a:t>
            </a:r>
          </a:p>
          <a:p>
            <a:pPr/>
            <a:r>
              <a:t>ppt/theme/: Theme definitions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Title slides with subtitles</a:t>
            </a:r>
          </a:p>
          <a:p>
            <a:pPr/>
            <a:r>
              <a:t>Content slides with bullet points</a:t>
            </a:r>
          </a:p>
          <a:p>
            <a:pPr/>
            <a:r>
              <a:t>Custom positioning and sizing</a:t>
            </a:r>
          </a:p>
          <a:p>
            <a:pPr/>
            <a:r>
              <a:t>Font size and color control</a:t>
            </a:r>
          </a:p>
          <a:p>
            <a:pPr/>
            <a:r>
              <a:t>Text alignment options</a:t>
            </a:r>
          </a:p>
          <a:p>
            <a:pPr/>
            <a:r>
              <a:t>Bold text support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Usage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from pptx_generator_complete import CompletePPTXGenerator as PPTXGenerator</a:t>
            </a:r>
          </a:p>
          <a:p>
            <a:pPr/>
            <a:r>
              <a:t>ppt = PPTXGenerator()</a:t>
            </a:r>
          </a:p>
          <a:p>
            <a:pPr/>
            <a:r>
              <a:t>ppt.add_title_slide('Title', 'Subtitle')</a:t>
            </a:r>
          </a:p>
          <a:p>
            <a:pPr/>
            <a:r>
              <a:t>ppt.add_content_slide('Topic', ['Point 1', 'Point 2'])</a:t>
            </a:r>
          </a:p>
          <a:p>
            <a:pPr/>
            <a:r>
              <a:t>ppt.save('output.pptx')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