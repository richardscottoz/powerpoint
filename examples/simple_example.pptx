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Default Extension="jpeg" ContentType="image/jpeg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theme/theme1.xml" ContentType="application/vnd.openxmlformats-officedocument.theme+xml"/>
  <ct:Override PartName="/ppt/presProps.xml" ContentType="application/vnd.openxmlformats-officedocument.presentationml.presProps+xml"/>
  <ct:Override PartName="/ppt/viewProps.xml" ContentType="application/vnd.openxmlformats-officedocument.presentationml.viewProps+xml"/>
  <ct:Override PartName="/ppt/tableStyles.xml" ContentType="application/vnd.openxmlformats-officedocument.presentationml.tableStyle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Layouts/slideLayout1.xml" ContentType="application/vnd.openxmlformats-officedocument.presentationml.slideLayout+xml"/>
  <ct:Override PartName="/ppt/slideLayouts/slideLayout2.xml" ContentType="application/vnd.openxmlformats-officedocument.presentationml.slideLayout+xml"/>
  <ct:Override PartName="/ppt/slideLayouts/slideLayout3.xml" ContentType="application/vnd.openxmlformats-officedocument.presentationml.slideLayout+xml"/>
  <ct:Override PartName="/ppt/slideLayouts/slideLayout4.xml" ContentType="application/vnd.openxmlformats-officedocument.presentationml.slideLayout+xml"/>
  <ct:Override PartName="/ppt/slideLayouts/slideLayout5.xml" ContentType="application/vnd.openxmlformats-officedocument.presentationml.slideLayout+xml"/>
  <ct:Override PartName="/ppt/slideLayouts/slideLayout6.xml" ContentType="application/vnd.openxmlformats-officedocument.presentationml.slideLayout+xml"/>
  <ct:Override PartName="/ppt/slideLayouts/slideLayout7.xml" ContentType="application/vnd.openxmlformats-officedocument.presentationml.slideLayout+xml"/>
  <ct:Override PartName="/ppt/slideLayouts/slideLayout8.xml" ContentType="application/vnd.openxmlformats-officedocument.presentationml.slideLayout+xml"/>
  <ct:Override PartName="/ppt/slideLayouts/slideLayout9.xml" ContentType="application/vnd.openxmlformats-officedocument.presentationml.slideLayout+xml"/>
  <ct:Override PartName="/ppt/slideLayouts/slideLayout10.xml" ContentType="application/vnd.openxmlformats-officedocument.presentationml.slideLayout+xml"/>
  <ct:Override PartName="/ppt/slideLayouts/slideLayout11.xml" ContentType="application/vnd.openxmlformats-officedocument.presentationml.slideLayout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</ct:Types>
</file>

<file path=_rels/.rels><?xml version="1.0" encoding="UTF-8" standalone="yes"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slideMasters/slideMaster1.xml" /><rel:Relationship Id="rId4" Type="http://schemas.openxmlformats.org/officeDocument/2006/relationships/presProps" Target="presProps.xml" /><rel:Relationship Id="rId5" Type="http://schemas.openxmlformats.org/officeDocument/2006/relationships/viewProps" Target="viewProps.xml" /><rel:Relationship Id="rId6" Type="http://schemas.openxmlformats.org/officeDocument/2006/relationships/tableStyles" Target="tableStyles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/rel:Relationships>
</file>

<file path=ppt/slideLayouts/_rels/slideLayout1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2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3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4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5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6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7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8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9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10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11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"1.0" encoding="UTF-8" standalone="yes"?>
<rel:Relationships xmlns:rel="http://schemas.openxmlformats.org/package/2006/relationships"><rel:Relationship Id="rId12" Type="http://schemas.openxmlformats.org/officeDocument/2006/relationships/theme" Target="../theme/theme1.xml" /><rel:Relationship Id="rId1" Type="http://schemas.openxmlformats.org/officeDocument/2006/relationships/slideLayout" Target="../slideLayouts/slideLayout1.xml" /><rel:Relationship Id="rId2" Type="http://schemas.openxmlformats.org/officeDocument/2006/relationships/slideLayout" Target="../slideLayouts/slideLayout2.xml" /><rel:Relationship Id="rId3" Type="http://schemas.openxmlformats.org/officeDocument/2006/relationships/slideLayout" Target="../slideLayouts/slideLayout3.xml" /><rel:Relationship Id="rId4" Type="http://schemas.openxmlformats.org/officeDocument/2006/relationships/slideLayout" Target="../slideLayouts/slideLayout4.xml" /><rel:Relationship Id="rId5" Type="http://schemas.openxmlformats.org/officeDocument/2006/relationships/slideLayout" Target="../slideLayouts/slideLayout5.xml" /><rel:Relationship Id="rId6" Type="http://schemas.openxmlformats.org/officeDocument/2006/relationships/slideLayout" Target="../slideLayouts/slideLayout6.xml" /><rel:Relationship Id="rId7" Type="http://schemas.openxmlformats.org/officeDocument/2006/relationships/slideLayout" Target="../slideLayouts/slideLayout7.xml" /><rel:Relationship Id="rId8" Type="http://schemas.openxmlformats.org/officeDocument/2006/relationships/slideLayout" Target="../slideLayouts/slideLayout8.xml" /><rel:Relationship Id="rId9" Type="http://schemas.openxmlformats.org/officeDocument/2006/relationships/slideLayout" Target="../slideLayouts/slideLayout9.xml" /><rel:Relationship Id="rId10" Type="http://schemas.openxmlformats.org/officeDocument/2006/relationships/slideLayout" Target="../slideLayouts/slideLayout10.xml" /><rel:Relationship Id="rId11" Type="http://schemas.openxmlformats.org/officeDocument/2006/relationships/slideLayout" Target="../slideLayouts/slideLayout1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3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4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Example Presentation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Created with Python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Welcome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test</a:t>
            </a:r>
            <a:endParaRPr lang="en-US"/>
          </a:p>
          <a:p>
            <a:r>
              <a:rPr lang="en-US" dirty="0"/>
              <a:t>Built from scratch</a:t>
            </a:r>
            <a:endParaRPr lang="en-US"/>
          </a:p>
          <a:p>
            <a:r>
              <a:rPr lang="en-US" dirty="0"/>
              <a:t>No external dependencies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scratch XML</a:t>
            </a:r>
            <a:endParaRPr lang="en-US"/>
          </a:p>
          <a:p>
            <a:r>
              <a:rPr lang="en-US" dirty="0"/>
              <a:t>Complete layouts</a:t>
            </a:r>
            <a:endParaRPr lang="en-US"/>
          </a:p>
          <a:p>
            <a:r>
              <a:rPr lang="en-US" dirty="0"/>
              <a:t>All placeholders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Works everywhere</a:t>
            </a:r>
            <a:endParaRPr lang="en-US"/>
          </a:p>
          <a:p>
            <a:r>
              <a:rPr lang="en-US" dirty="0"/>
              <a:t>Full compatibility</a:t>
            </a:r>
            <a:endParaRPr lang="en-US"/>
          </a:p>
          <a:p>
            <a:r>
              <a:rPr lang="en-US" dirty="0"/>
              <a:t>Python standard library only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3</ep:Slides>
  <ep:TitlesOfParts>
    <vt:vector size="3" baseType="lpstr">
      <vt:lpstr>Slide 1</vt:lpstr>
      <vt:lpstr>Slide 2</vt:lpstr>
      <vt:lpstr>Slide 3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2025-12-15T04:54:33Z</dcterms:created>
  <dcterms:modified xsi:type="dcterms:W3CDTF">2025-12-15T04:54:33Z</dcterms:modified>
</cp:coreProperties>
</file>