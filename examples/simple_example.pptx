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viewProps.xml" ContentType="application/vnd.openxmlformats-officedocument.presentationml.viewProps+xml"/>
  <ct:Override PartName="/ppt/presProps.xml" ContentType="application/vnd.openxmlformats-officedocument.presentationml.presProps+xml"/>
  <ct:Override PartName="/ppt/tableStyles.xml" ContentType="application/vnd.openxmlformats-officedocument.presentationml.tableStyle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</ct:Types>
</file>

<file path=_rels/.rels><?xml version='1.0' encoding='utf-8'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7" r:id="rId2"/>
    <p:sldId id="258" r:id="rId3"/>
    <p:sldId id="259" r:id="rId4"/>
  </p:sldIdLst>
  <p:sldSz cx="9144000" cy="6858000" type="screen4x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viewProps" Target="viewProps.xml" /><rel:Relationship Id="rId6" Type="http://schemas.openxmlformats.org/officeDocument/2006/relationships/presProps" Target="presProps.xml" /><rel:Relationship Id="rId7" Type="http://schemas.openxmlformats.org/officeDocument/2006/relationships/tableStyles" Target="tableStyles.xml" /></rel:Relationships>
</file>

<file path=ppt/slideLayouts/_rels/slideLayout1.xml.rels><?xml version='1.0' encoding='utf-8'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Example Presentation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Created from Scratch with XML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About This Generator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Creates .pptx files by building XML structure directly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No external libraries - only Python standard library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Uses xml.etree.ElementTree and zipfile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Full control over PowerPoint Open XML format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How It Works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PowerPoint files are ZIP archives containing XML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Generates all required XML files from scratch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Includes presentation.xml, slides, layouts, themes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Packages everything into a .pptx ZIP archive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Python PPTX Generator</Application>
  <PresentationFormat>On-screen Show (4:3)</PresentationFormat>
  <Paragraphs>0</Paragraphs>
  <Slides>3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Python PPTX Generator</dc:creator>
  <cp:lastModifiedBy>Python PPTX Generator</cp:lastModifiedBy>
  <cp:revision>1</cp:revision>
  <dcterms:created xsi:type="dcterms:W3CDTF">2025-12-14T11:13:22Z</dcterms:created>
  <dcterms:modified xsi:type="dcterms:W3CDTF">2025-12-14T11:13:22Z</dcterms:modified>
</cp:coreProperties>
</file>