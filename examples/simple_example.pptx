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viewProps" Target="viewProps.xml" /><rel:Relationship Id="rId6" Type="http://schemas.openxmlformats.org/officeDocument/2006/relationships/presProps" Target="presProps.xml" /><rel:Relationship Id="rId7" Type="http://schemas.openxmlformats.org/officeDocument/2006/relationships/tableStyles" Target="tableStyles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Example Presentation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Created from Scratch with XML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About This Generator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Creates .pptx files by building XML structure directly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 external libraries - only Python standard library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Uses xml.etree.ElementTree and zipfile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Full control over PowerPoint Open XML format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How It Works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PowerPoint files are ZIP archives containing XML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Generates all required XML files from scratch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Includes presentation.xml, slides, layouts, themes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Packages everything into a .pptx ZIP archive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3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2025-12-14T20:26:08Z</dcterms:created>
  <dcterms:modified xsi:type="dcterms:W3CDTF">2025-12-14T20:26:08Z</dcterms:modified>
</cp:coreProperties>
</file>